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40" r:id="rId1"/>
  </p:sldMasterIdLst>
  <p:sldIdLst>
    <p:sldId id="256" r:id="rId2"/>
    <p:sldId id="257" r:id="rId3"/>
    <p:sldId id="258" r:id="rId4"/>
    <p:sldId id="259" r:id="rId5"/>
    <p:sldId id="260" r:id="rId6"/>
    <p:sldId id="282" r:id="rId7"/>
    <p:sldId id="283" r:id="rId8"/>
    <p:sldId id="284" r:id="rId9"/>
    <p:sldId id="26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DECA3B-A13C-4DD1-998D-FB1A3B811E35}" v="76" dt="2026-06-16T13:53:13.9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889" autoAdjust="0"/>
  </p:normalViewPr>
  <p:slideViewPr>
    <p:cSldViewPr>
      <p:cViewPr varScale="1">
        <p:scale>
          <a:sx n="97" d="100"/>
          <a:sy n="97" d="100"/>
        </p:scale>
        <p:origin x="104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Kumar Sahu" userId="dd24f88422e0a5ca" providerId="LiveId" clId="{D4359742-125F-44D8-ADFF-EA47969DD1D9}"/>
    <pc:docChg chg="undo redo custSel addSld delSld modSld sldOrd">
      <pc:chgData name="Ajay Kumar Sahu" userId="dd24f88422e0a5ca" providerId="LiveId" clId="{D4359742-125F-44D8-ADFF-EA47969DD1D9}" dt="2026-06-16T13:57:55.805" v="2072" actId="2696"/>
      <pc:docMkLst>
        <pc:docMk/>
      </pc:docMkLst>
      <pc:sldChg chg="addSp delSp modSp mod">
        <pc:chgData name="Ajay Kumar Sahu" userId="dd24f88422e0a5ca" providerId="LiveId" clId="{D4359742-125F-44D8-ADFF-EA47969DD1D9}" dt="2026-06-16T11:38:15.312" v="58" actId="1076"/>
        <pc:sldMkLst>
          <pc:docMk/>
          <pc:sldMk cId="0" sldId="256"/>
        </pc:sldMkLst>
        <pc:spChg chg="mod">
          <ac:chgData name="Ajay Kumar Sahu" userId="dd24f88422e0a5ca" providerId="LiveId" clId="{D4359742-125F-44D8-ADFF-EA47969DD1D9}" dt="2026-06-16T11:35:15.510" v="4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jay Kumar Sahu" userId="dd24f88422e0a5ca" providerId="LiveId" clId="{D4359742-125F-44D8-ADFF-EA47969DD1D9}" dt="2026-06-16T11:38:15.312" v="58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Ajay Kumar Sahu" userId="dd24f88422e0a5ca" providerId="LiveId" clId="{D4359742-125F-44D8-ADFF-EA47969DD1D9}" dt="2026-06-16T11:38:08.801" v="57" actId="1076"/>
          <ac:spMkLst>
            <pc:docMk/>
            <pc:sldMk cId="0" sldId="256"/>
            <ac:spMk id="9" creationId="{C72587CF-BBDB-4187-9B66-E41FBF7ED6BC}"/>
          </ac:spMkLst>
        </pc:spChg>
        <pc:picChg chg="del">
          <ac:chgData name="Ajay Kumar Sahu" userId="dd24f88422e0a5ca" providerId="LiveId" clId="{D4359742-125F-44D8-ADFF-EA47969DD1D9}" dt="2026-06-16T11:28:43.203" v="11" actId="478"/>
          <ac:picMkLst>
            <pc:docMk/>
            <pc:sldMk cId="0" sldId="256"/>
            <ac:picMk id="5" creationId="{21EDBC3F-CED0-F848-379C-0D72BADCD4BA}"/>
          </ac:picMkLst>
        </pc:picChg>
        <pc:picChg chg="add mod">
          <ac:chgData name="Ajay Kumar Sahu" userId="dd24f88422e0a5ca" providerId="LiveId" clId="{D4359742-125F-44D8-ADFF-EA47969DD1D9}" dt="2026-06-16T11:28:47.690" v="12" actId="14100"/>
          <ac:picMkLst>
            <pc:docMk/>
            <pc:sldMk cId="0" sldId="256"/>
            <ac:picMk id="6" creationId="{8886E2DA-FF92-63E1-E660-C318CE3A6DC7}"/>
          </ac:picMkLst>
        </pc:picChg>
        <pc:picChg chg="add">
          <ac:chgData name="Ajay Kumar Sahu" userId="dd24f88422e0a5ca" providerId="LiveId" clId="{D4359742-125F-44D8-ADFF-EA47969DD1D9}" dt="2026-06-16T11:29:28.614" v="15" actId="22"/>
          <ac:picMkLst>
            <pc:docMk/>
            <pc:sldMk cId="0" sldId="256"/>
            <ac:picMk id="8" creationId="{EF043FC0-8AFC-FFD5-7A65-51AFF2CD7683}"/>
          </ac:picMkLst>
        </pc:picChg>
      </pc:sldChg>
      <pc:sldChg chg="addSp modSp mod">
        <pc:chgData name="Ajay Kumar Sahu" userId="dd24f88422e0a5ca" providerId="LiveId" clId="{D4359742-125F-44D8-ADFF-EA47969DD1D9}" dt="2026-06-16T12:52:36.711" v="1007" actId="122"/>
        <pc:sldMkLst>
          <pc:docMk/>
          <pc:sldMk cId="0" sldId="257"/>
        </pc:sldMkLst>
        <pc:spChg chg="mod">
          <ac:chgData name="Ajay Kumar Sahu" userId="dd24f88422e0a5ca" providerId="LiveId" clId="{D4359742-125F-44D8-ADFF-EA47969DD1D9}" dt="2026-06-16T12:52:36.711" v="1007" actId="122"/>
          <ac:spMkLst>
            <pc:docMk/>
            <pc:sldMk cId="0" sldId="257"/>
            <ac:spMk id="2" creationId="{00000000-0000-0000-0000-000000000000}"/>
          </ac:spMkLst>
        </pc:spChg>
        <pc:spChg chg="mod">
          <ac:chgData name="Ajay Kumar Sahu" userId="dd24f88422e0a5ca" providerId="LiveId" clId="{D4359742-125F-44D8-ADFF-EA47969DD1D9}" dt="2026-06-16T12:52:21.131" v="1003" actId="1076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Ajay Kumar Sahu" userId="dd24f88422e0a5ca" providerId="LiveId" clId="{D4359742-125F-44D8-ADFF-EA47969DD1D9}" dt="2026-06-16T11:46:13.841" v="446" actId="1076"/>
          <ac:picMkLst>
            <pc:docMk/>
            <pc:sldMk cId="0" sldId="257"/>
            <ac:picMk id="5" creationId="{E8D0AA21-58BD-FC3A-BD5A-E59EA2B54F9E}"/>
          </ac:picMkLst>
        </pc:picChg>
      </pc:sldChg>
      <pc:sldChg chg="addSp delSp modSp mod">
        <pc:chgData name="Ajay Kumar Sahu" userId="dd24f88422e0a5ca" providerId="LiveId" clId="{D4359742-125F-44D8-ADFF-EA47969DD1D9}" dt="2026-06-16T12:51:32.063" v="1000" actId="122"/>
        <pc:sldMkLst>
          <pc:docMk/>
          <pc:sldMk cId="0" sldId="258"/>
        </pc:sldMkLst>
        <pc:spChg chg="mod">
          <ac:chgData name="Ajay Kumar Sahu" userId="dd24f88422e0a5ca" providerId="LiveId" clId="{D4359742-125F-44D8-ADFF-EA47969DD1D9}" dt="2026-06-16T12:51:32.063" v="1000" actId="122"/>
          <ac:spMkLst>
            <pc:docMk/>
            <pc:sldMk cId="0" sldId="258"/>
            <ac:spMk id="2" creationId="{00000000-0000-0000-0000-000000000000}"/>
          </ac:spMkLst>
        </pc:spChg>
        <pc:spChg chg="del">
          <ac:chgData name="Ajay Kumar Sahu" userId="dd24f88422e0a5ca" providerId="LiveId" clId="{D4359742-125F-44D8-ADFF-EA47969DD1D9}" dt="2026-06-16T11:44:46.342" v="439" actId="478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Ajay Kumar Sahu" userId="dd24f88422e0a5ca" providerId="LiveId" clId="{D4359742-125F-44D8-ADFF-EA47969DD1D9}" dt="2026-06-16T11:44:41.984" v="438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Ajay Kumar Sahu" userId="dd24f88422e0a5ca" providerId="LiveId" clId="{D4359742-125F-44D8-ADFF-EA47969DD1D9}" dt="2026-06-16T11:44:31.748" v="435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Ajay Kumar Sahu" userId="dd24f88422e0a5ca" providerId="LiveId" clId="{D4359742-125F-44D8-ADFF-EA47969DD1D9}" dt="2026-06-16T11:47:36.973" v="460" actId="2711"/>
          <ac:spMkLst>
            <pc:docMk/>
            <pc:sldMk cId="0" sldId="258"/>
            <ac:spMk id="6" creationId="{00000000-0000-0000-0000-000000000000}"/>
          </ac:spMkLst>
        </pc:spChg>
        <pc:spChg chg="add mod">
          <ac:chgData name="Ajay Kumar Sahu" userId="dd24f88422e0a5ca" providerId="LiveId" clId="{D4359742-125F-44D8-ADFF-EA47969DD1D9}" dt="2026-06-16T12:01:25.796" v="495" actId="2711"/>
          <ac:spMkLst>
            <pc:docMk/>
            <pc:sldMk cId="0" sldId="258"/>
            <ac:spMk id="10" creationId="{F2D5A866-5D2D-25C3-58FC-C64F48CFC23D}"/>
          </ac:spMkLst>
        </pc:spChg>
        <pc:picChg chg="add">
          <ac:chgData name="Ajay Kumar Sahu" userId="dd24f88422e0a5ca" providerId="LiveId" clId="{D4359742-125F-44D8-ADFF-EA47969DD1D9}" dt="2026-06-16T11:47:04.939" v="457" actId="22"/>
          <ac:picMkLst>
            <pc:docMk/>
            <pc:sldMk cId="0" sldId="258"/>
            <ac:picMk id="8" creationId="{6D63C986-F5EE-7235-132F-33E71AC2AB9A}"/>
          </ac:picMkLst>
        </pc:picChg>
      </pc:sldChg>
      <pc:sldChg chg="addSp delSp modSp mod">
        <pc:chgData name="Ajay Kumar Sahu" userId="dd24f88422e0a5ca" providerId="LiveId" clId="{D4359742-125F-44D8-ADFF-EA47969DD1D9}" dt="2026-06-16T12:51:25.188" v="997" actId="122"/>
        <pc:sldMkLst>
          <pc:docMk/>
          <pc:sldMk cId="0" sldId="259"/>
        </pc:sldMkLst>
        <pc:spChg chg="mod">
          <ac:chgData name="Ajay Kumar Sahu" userId="dd24f88422e0a5ca" providerId="LiveId" clId="{D4359742-125F-44D8-ADFF-EA47969DD1D9}" dt="2026-06-16T12:51:25.188" v="997" actId="122"/>
          <ac:spMkLst>
            <pc:docMk/>
            <pc:sldMk cId="0" sldId="259"/>
            <ac:spMk id="2" creationId="{00000000-0000-0000-0000-000000000000}"/>
          </ac:spMkLst>
        </pc:spChg>
        <pc:spChg chg="mod">
          <ac:chgData name="Ajay Kumar Sahu" userId="dd24f88422e0a5ca" providerId="LiveId" clId="{D4359742-125F-44D8-ADFF-EA47969DD1D9}" dt="2026-06-16T12:02:00.494" v="497" actId="2711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Ajay Kumar Sahu" userId="dd24f88422e0a5ca" providerId="LiveId" clId="{D4359742-125F-44D8-ADFF-EA47969DD1D9}" dt="2026-06-16T11:59:03.214" v="487" actId="478"/>
          <ac:spMkLst>
            <pc:docMk/>
            <pc:sldMk cId="0" sldId="259"/>
            <ac:spMk id="5" creationId="{83E6F147-0F9C-13BB-75BB-C1EC9FFA5B06}"/>
          </ac:spMkLst>
        </pc:spChg>
        <pc:spChg chg="add mod">
          <ac:chgData name="Ajay Kumar Sahu" userId="dd24f88422e0a5ca" providerId="LiveId" clId="{D4359742-125F-44D8-ADFF-EA47969DD1D9}" dt="2026-06-16T12:06:30.143" v="527" actId="1076"/>
          <ac:spMkLst>
            <pc:docMk/>
            <pc:sldMk cId="0" sldId="259"/>
            <ac:spMk id="9" creationId="{3601C05B-FECE-964E-7883-FEF5D57606E6}"/>
          </ac:spMkLst>
        </pc:spChg>
        <pc:picChg chg="add">
          <ac:chgData name="Ajay Kumar Sahu" userId="dd24f88422e0a5ca" providerId="LiveId" clId="{D4359742-125F-44D8-ADFF-EA47969DD1D9}" dt="2026-06-16T11:59:27.080" v="488" actId="22"/>
          <ac:picMkLst>
            <pc:docMk/>
            <pc:sldMk cId="0" sldId="259"/>
            <ac:picMk id="7" creationId="{CA3475A8-9BF8-15D7-DD13-671EF6006FE7}"/>
          </ac:picMkLst>
        </pc:picChg>
      </pc:sldChg>
      <pc:sldChg chg="addSp modSp mod">
        <pc:chgData name="Ajay Kumar Sahu" userId="dd24f88422e0a5ca" providerId="LiveId" clId="{D4359742-125F-44D8-ADFF-EA47969DD1D9}" dt="2026-06-16T12:51:18.255" v="995" actId="122"/>
        <pc:sldMkLst>
          <pc:docMk/>
          <pc:sldMk cId="0" sldId="260"/>
        </pc:sldMkLst>
        <pc:spChg chg="mod">
          <ac:chgData name="Ajay Kumar Sahu" userId="dd24f88422e0a5ca" providerId="LiveId" clId="{D4359742-125F-44D8-ADFF-EA47969DD1D9}" dt="2026-06-16T12:51:18.255" v="995" actId="122"/>
          <ac:spMkLst>
            <pc:docMk/>
            <pc:sldMk cId="0" sldId="260"/>
            <ac:spMk id="2" creationId="{00000000-0000-0000-0000-000000000000}"/>
          </ac:spMkLst>
        </pc:spChg>
        <pc:spChg chg="mod">
          <ac:chgData name="Ajay Kumar Sahu" userId="dd24f88422e0a5ca" providerId="LiveId" clId="{D4359742-125F-44D8-ADFF-EA47969DD1D9}" dt="2026-06-16T12:03:49.416" v="516" actId="20577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Ajay Kumar Sahu" userId="dd24f88422e0a5ca" providerId="LiveId" clId="{D4359742-125F-44D8-ADFF-EA47969DD1D9}" dt="2026-06-16T12:32:09.615" v="905" actId="2711"/>
          <ac:spMkLst>
            <pc:docMk/>
            <pc:sldMk cId="0" sldId="260"/>
            <ac:spMk id="7" creationId="{F437D25E-0353-ECE8-B952-B58747F880EE}"/>
          </ac:spMkLst>
        </pc:spChg>
        <pc:picChg chg="add">
          <ac:chgData name="Ajay Kumar Sahu" userId="dd24f88422e0a5ca" providerId="LiveId" clId="{D4359742-125F-44D8-ADFF-EA47969DD1D9}" dt="2026-06-16T12:04:00.168" v="517" actId="22"/>
          <ac:picMkLst>
            <pc:docMk/>
            <pc:sldMk cId="0" sldId="260"/>
            <ac:picMk id="5" creationId="{F85C5A38-198E-A75F-293B-E6F57A60B6F3}"/>
          </ac:picMkLst>
        </pc:picChg>
      </pc:sldChg>
      <pc:sldChg chg="del">
        <pc:chgData name="Ajay Kumar Sahu" userId="dd24f88422e0a5ca" providerId="LiveId" clId="{D4359742-125F-44D8-ADFF-EA47969DD1D9}" dt="2026-06-16T12:24:02.361" v="683" actId="2696"/>
        <pc:sldMkLst>
          <pc:docMk/>
          <pc:sldMk cId="0" sldId="261"/>
        </pc:sldMkLst>
      </pc:sldChg>
      <pc:sldChg chg="del">
        <pc:chgData name="Ajay Kumar Sahu" userId="dd24f88422e0a5ca" providerId="LiveId" clId="{D4359742-125F-44D8-ADFF-EA47969DD1D9}" dt="2026-06-16T12:24:10.753" v="684" actId="2696"/>
        <pc:sldMkLst>
          <pc:docMk/>
          <pc:sldMk cId="0" sldId="262"/>
        </pc:sldMkLst>
      </pc:sldChg>
      <pc:sldChg chg="del">
        <pc:chgData name="Ajay Kumar Sahu" userId="dd24f88422e0a5ca" providerId="LiveId" clId="{D4359742-125F-44D8-ADFF-EA47969DD1D9}" dt="2026-06-16T12:24:32.454" v="686" actId="2696"/>
        <pc:sldMkLst>
          <pc:docMk/>
          <pc:sldMk cId="0" sldId="263"/>
        </pc:sldMkLst>
      </pc:sldChg>
      <pc:sldChg chg="addSp delSp modSp mod ord">
        <pc:chgData name="Ajay Kumar Sahu" userId="dd24f88422e0a5ca" providerId="LiveId" clId="{D4359742-125F-44D8-ADFF-EA47969DD1D9}" dt="2026-06-16T12:59:27.822" v="1060" actId="14100"/>
        <pc:sldMkLst>
          <pc:docMk/>
          <pc:sldMk cId="0" sldId="264"/>
        </pc:sldMkLst>
        <pc:spChg chg="mod">
          <ac:chgData name="Ajay Kumar Sahu" userId="dd24f88422e0a5ca" providerId="LiveId" clId="{D4359742-125F-44D8-ADFF-EA47969DD1D9}" dt="2026-06-16T12:50:53.461" v="989" actId="122"/>
          <ac:spMkLst>
            <pc:docMk/>
            <pc:sldMk cId="0" sldId="264"/>
            <ac:spMk id="2" creationId="{00000000-0000-0000-0000-000000000000}"/>
          </ac:spMkLst>
        </pc:spChg>
        <pc:spChg chg="mod">
          <ac:chgData name="Ajay Kumar Sahu" userId="dd24f88422e0a5ca" providerId="LiveId" clId="{D4359742-125F-44D8-ADFF-EA47969DD1D9}" dt="2026-06-16T12:55:52.322" v="1034" actId="20577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Ajay Kumar Sahu" userId="dd24f88422e0a5ca" providerId="LiveId" clId="{D4359742-125F-44D8-ADFF-EA47969DD1D9}" dt="2026-06-16T12:49:24.417" v="985" actId="2711"/>
          <ac:spMkLst>
            <pc:docMk/>
            <pc:sldMk cId="0" sldId="264"/>
            <ac:spMk id="8" creationId="{69C5DE40-9D95-F054-EE67-DFC0F401C3C0}"/>
          </ac:spMkLst>
        </pc:spChg>
        <pc:picChg chg="del">
          <ac:chgData name="Ajay Kumar Sahu" userId="dd24f88422e0a5ca" providerId="LiveId" clId="{D4359742-125F-44D8-ADFF-EA47969DD1D9}" dt="2026-06-16T12:37:56.287" v="921" actId="478"/>
          <ac:picMkLst>
            <pc:docMk/>
            <pc:sldMk cId="0" sldId="264"/>
            <ac:picMk id="4" creationId="{00000000-0000-0000-0000-000000000000}"/>
          </ac:picMkLst>
        </pc:picChg>
        <pc:picChg chg="add">
          <ac:chgData name="Ajay Kumar Sahu" userId="dd24f88422e0a5ca" providerId="LiveId" clId="{D4359742-125F-44D8-ADFF-EA47969DD1D9}" dt="2026-06-16T12:26:16.426" v="691" actId="22"/>
          <ac:picMkLst>
            <pc:docMk/>
            <pc:sldMk cId="0" sldId="264"/>
            <ac:picMk id="6" creationId="{DD715BE6-026B-5C48-B238-28F550686B3D}"/>
          </ac:picMkLst>
        </pc:picChg>
        <pc:picChg chg="add del mod">
          <ac:chgData name="Ajay Kumar Sahu" userId="dd24f88422e0a5ca" providerId="LiveId" clId="{D4359742-125F-44D8-ADFF-EA47969DD1D9}" dt="2026-06-16T12:46:56.045" v="961" actId="478"/>
          <ac:picMkLst>
            <pc:docMk/>
            <pc:sldMk cId="0" sldId="264"/>
            <ac:picMk id="10" creationId="{2A268DFF-0A33-8EEC-3DD5-18C2FE027334}"/>
          </ac:picMkLst>
        </pc:picChg>
        <pc:picChg chg="add mod">
          <ac:chgData name="Ajay Kumar Sahu" userId="dd24f88422e0a5ca" providerId="LiveId" clId="{D4359742-125F-44D8-ADFF-EA47969DD1D9}" dt="2026-06-16T12:59:27.822" v="1060" actId="14100"/>
          <ac:picMkLst>
            <pc:docMk/>
            <pc:sldMk cId="0" sldId="264"/>
            <ac:picMk id="12" creationId="{205F467C-95C1-CF91-FD85-4897406902AE}"/>
          </ac:picMkLst>
        </pc:picChg>
        <pc:picChg chg="add del mod">
          <ac:chgData name="Ajay Kumar Sahu" userId="dd24f88422e0a5ca" providerId="LiveId" clId="{D4359742-125F-44D8-ADFF-EA47969DD1D9}" dt="2026-06-16T12:47:24.500" v="978" actId="931"/>
          <ac:picMkLst>
            <pc:docMk/>
            <pc:sldMk cId="0" sldId="264"/>
            <ac:picMk id="14" creationId="{27DD71C8-1126-15BB-8110-EA127DBA9FE1}"/>
          </ac:picMkLst>
        </pc:picChg>
      </pc:sldChg>
      <pc:sldChg chg="del">
        <pc:chgData name="Ajay Kumar Sahu" userId="dd24f88422e0a5ca" providerId="LiveId" clId="{D4359742-125F-44D8-ADFF-EA47969DD1D9}" dt="2026-06-16T13:53:41.376" v="2050" actId="2696"/>
        <pc:sldMkLst>
          <pc:docMk/>
          <pc:sldMk cId="0" sldId="265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66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67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68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69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0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1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2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3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4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5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6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7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0" sldId="278"/>
        </pc:sldMkLst>
      </pc:sldChg>
      <pc:sldChg chg="modSp del">
        <pc:chgData name="Ajay Kumar Sahu" userId="dd24f88422e0a5ca" providerId="LiveId" clId="{D4359742-125F-44D8-ADFF-EA47969DD1D9}" dt="2026-06-16T13:53:38.474" v="2049" actId="2696"/>
        <pc:sldMkLst>
          <pc:docMk/>
          <pc:sldMk cId="0" sldId="279"/>
        </pc:sldMkLst>
        <pc:spChg chg="mod">
          <ac:chgData name="Ajay Kumar Sahu" userId="dd24f88422e0a5ca" providerId="LiveId" clId="{D4359742-125F-44D8-ADFF-EA47969DD1D9}" dt="2026-06-16T11:31:51.752" v="33"/>
          <ac:spMkLst>
            <pc:docMk/>
            <pc:sldMk cId="0" sldId="279"/>
            <ac:spMk id="3" creationId="{00000000-0000-0000-0000-000000000000}"/>
          </ac:spMkLst>
        </pc:spChg>
      </pc:sldChg>
      <pc:sldChg chg="del">
        <pc:chgData name="Ajay Kumar Sahu" userId="dd24f88422e0a5ca" providerId="LiveId" clId="{D4359742-125F-44D8-ADFF-EA47969DD1D9}" dt="2026-06-16T13:54:10.700" v="2051" actId="2696"/>
        <pc:sldMkLst>
          <pc:docMk/>
          <pc:sldMk cId="0" sldId="280"/>
        </pc:sldMkLst>
      </pc:sldChg>
      <pc:sldChg chg="del">
        <pc:chgData name="Ajay Kumar Sahu" userId="dd24f88422e0a5ca" providerId="LiveId" clId="{D4359742-125F-44D8-ADFF-EA47969DD1D9}" dt="2026-06-16T13:53:38.474" v="2049" actId="2696"/>
        <pc:sldMkLst>
          <pc:docMk/>
          <pc:sldMk cId="1852328727" sldId="281"/>
        </pc:sldMkLst>
      </pc:sldChg>
      <pc:sldChg chg="modSp add mod">
        <pc:chgData name="Ajay Kumar Sahu" userId="dd24f88422e0a5ca" providerId="LiveId" clId="{D4359742-125F-44D8-ADFF-EA47969DD1D9}" dt="2026-06-16T12:51:13.525" v="993" actId="122"/>
        <pc:sldMkLst>
          <pc:docMk/>
          <pc:sldMk cId="373586474" sldId="282"/>
        </pc:sldMkLst>
        <pc:spChg chg="mod">
          <ac:chgData name="Ajay Kumar Sahu" userId="dd24f88422e0a5ca" providerId="LiveId" clId="{D4359742-125F-44D8-ADFF-EA47969DD1D9}" dt="2026-06-16T12:51:13.525" v="993" actId="122"/>
          <ac:spMkLst>
            <pc:docMk/>
            <pc:sldMk cId="373586474" sldId="282"/>
            <ac:spMk id="2" creationId="{DE740D66-2FEC-F371-41CF-52FE4434034B}"/>
          </ac:spMkLst>
        </pc:spChg>
        <pc:spChg chg="mod">
          <ac:chgData name="Ajay Kumar Sahu" userId="dd24f88422e0a5ca" providerId="LiveId" clId="{D4359742-125F-44D8-ADFF-EA47969DD1D9}" dt="2026-06-16T12:31:28.840" v="901" actId="2711"/>
          <ac:spMkLst>
            <pc:docMk/>
            <pc:sldMk cId="373586474" sldId="282"/>
            <ac:spMk id="3" creationId="{956D0F04-9031-A88F-7A3B-BD7C910902FD}"/>
          </ac:spMkLst>
        </pc:spChg>
        <pc:spChg chg="mod">
          <ac:chgData name="Ajay Kumar Sahu" userId="dd24f88422e0a5ca" providerId="LiveId" clId="{D4359742-125F-44D8-ADFF-EA47969DD1D9}" dt="2026-06-16T12:31:35.143" v="902" actId="2711"/>
          <ac:spMkLst>
            <pc:docMk/>
            <pc:sldMk cId="373586474" sldId="282"/>
            <ac:spMk id="7" creationId="{2257DF96-6B53-FC53-7914-944414A27504}"/>
          </ac:spMkLst>
        </pc:spChg>
      </pc:sldChg>
      <pc:sldChg chg="modSp add mod">
        <pc:chgData name="Ajay Kumar Sahu" userId="dd24f88422e0a5ca" providerId="LiveId" clId="{D4359742-125F-44D8-ADFF-EA47969DD1D9}" dt="2026-06-16T12:51:02.011" v="991" actId="122"/>
        <pc:sldMkLst>
          <pc:docMk/>
          <pc:sldMk cId="2873851293" sldId="283"/>
        </pc:sldMkLst>
        <pc:spChg chg="mod">
          <ac:chgData name="Ajay Kumar Sahu" userId="dd24f88422e0a5ca" providerId="LiveId" clId="{D4359742-125F-44D8-ADFF-EA47969DD1D9}" dt="2026-06-16T12:51:02.011" v="991" actId="122"/>
          <ac:spMkLst>
            <pc:docMk/>
            <pc:sldMk cId="2873851293" sldId="283"/>
            <ac:spMk id="2" creationId="{FFCDE724-9CB2-3FA3-0D03-ADAD379AD7D9}"/>
          </ac:spMkLst>
        </pc:spChg>
        <pc:spChg chg="mod">
          <ac:chgData name="Ajay Kumar Sahu" userId="dd24f88422e0a5ca" providerId="LiveId" clId="{D4359742-125F-44D8-ADFF-EA47969DD1D9}" dt="2026-06-16T12:31:42.638" v="903" actId="2711"/>
          <ac:spMkLst>
            <pc:docMk/>
            <pc:sldMk cId="2873851293" sldId="283"/>
            <ac:spMk id="3" creationId="{7729BB47-5707-39D4-58EF-ECFEE4056A37}"/>
          </ac:spMkLst>
        </pc:spChg>
        <pc:spChg chg="mod">
          <ac:chgData name="Ajay Kumar Sahu" userId="dd24f88422e0a5ca" providerId="LiveId" clId="{D4359742-125F-44D8-ADFF-EA47969DD1D9}" dt="2026-06-16T12:32:31.534" v="906" actId="2711"/>
          <ac:spMkLst>
            <pc:docMk/>
            <pc:sldMk cId="2873851293" sldId="283"/>
            <ac:spMk id="7" creationId="{49539749-88D5-3B58-B579-8F43EA56C774}"/>
          </ac:spMkLst>
        </pc:spChg>
      </pc:sldChg>
      <pc:sldChg chg="add del">
        <pc:chgData name="Ajay Kumar Sahu" userId="dd24f88422e0a5ca" providerId="LiveId" clId="{D4359742-125F-44D8-ADFF-EA47969DD1D9}" dt="2026-06-16T12:24:36.796" v="687" actId="2696"/>
        <pc:sldMkLst>
          <pc:docMk/>
          <pc:sldMk cId="2905198411" sldId="284"/>
        </pc:sldMkLst>
      </pc:sldChg>
      <pc:sldChg chg="modSp add mod">
        <pc:chgData name="Ajay Kumar Sahu" userId="dd24f88422e0a5ca" providerId="LiveId" clId="{D4359742-125F-44D8-ADFF-EA47969DD1D9}" dt="2026-06-16T12:55:58.186" v="1038" actId="20577"/>
        <pc:sldMkLst>
          <pc:docMk/>
          <pc:sldMk cId="3481966438" sldId="284"/>
        </pc:sldMkLst>
        <pc:spChg chg="mod">
          <ac:chgData name="Ajay Kumar Sahu" userId="dd24f88422e0a5ca" providerId="LiveId" clId="{D4359742-125F-44D8-ADFF-EA47969DD1D9}" dt="2026-06-16T12:50:46.926" v="987" actId="122"/>
          <ac:spMkLst>
            <pc:docMk/>
            <pc:sldMk cId="3481966438" sldId="284"/>
            <ac:spMk id="2" creationId="{22E5ED75-F8FB-533F-08EC-68F62DF48660}"/>
          </ac:spMkLst>
        </pc:spChg>
        <pc:spChg chg="mod">
          <ac:chgData name="Ajay Kumar Sahu" userId="dd24f88422e0a5ca" providerId="LiveId" clId="{D4359742-125F-44D8-ADFF-EA47969DD1D9}" dt="2026-06-16T12:55:58.186" v="1038" actId="20577"/>
          <ac:spMkLst>
            <pc:docMk/>
            <pc:sldMk cId="3481966438" sldId="284"/>
            <ac:spMk id="3" creationId="{B120C414-2D3D-6FFB-DC5E-F5440CD96288}"/>
          </ac:spMkLst>
        </pc:spChg>
        <pc:spChg chg="mod">
          <ac:chgData name="Ajay Kumar Sahu" userId="dd24f88422e0a5ca" providerId="LiveId" clId="{D4359742-125F-44D8-ADFF-EA47969DD1D9}" dt="2026-06-16T12:38:49.346" v="928" actId="2711"/>
          <ac:spMkLst>
            <pc:docMk/>
            <pc:sldMk cId="3481966438" sldId="284"/>
            <ac:spMk id="8" creationId="{2901307D-04DC-4978-3C08-673323F84447}"/>
          </ac:spMkLst>
        </pc:spChg>
      </pc:sldChg>
      <pc:sldChg chg="addSp delSp modSp add mod">
        <pc:chgData name="Ajay Kumar Sahu" userId="dd24f88422e0a5ca" providerId="LiveId" clId="{D4359742-125F-44D8-ADFF-EA47969DD1D9}" dt="2026-06-16T12:59:16.572" v="1059" actId="14100"/>
        <pc:sldMkLst>
          <pc:docMk/>
          <pc:sldMk cId="962829830" sldId="285"/>
        </pc:sldMkLst>
        <pc:spChg chg="mod">
          <ac:chgData name="Ajay Kumar Sahu" userId="dd24f88422e0a5ca" providerId="LiveId" clId="{D4359742-125F-44D8-ADFF-EA47969DD1D9}" dt="2026-06-16T12:53:24.241" v="1028" actId="20577"/>
          <ac:spMkLst>
            <pc:docMk/>
            <pc:sldMk cId="962829830" sldId="285"/>
            <ac:spMk id="2" creationId="{BE463A18-864E-C385-9380-D7B4124E2F19}"/>
          </ac:spMkLst>
        </pc:spChg>
        <pc:spChg chg="mod">
          <ac:chgData name="Ajay Kumar Sahu" userId="dd24f88422e0a5ca" providerId="LiveId" clId="{D4359742-125F-44D8-ADFF-EA47969DD1D9}" dt="2026-06-16T12:57:46.603" v="1049" actId="20577"/>
          <ac:spMkLst>
            <pc:docMk/>
            <pc:sldMk cId="962829830" sldId="285"/>
            <ac:spMk id="3" creationId="{7CC24751-B60A-6C1F-B0A1-8A2F6A739B4F}"/>
          </ac:spMkLst>
        </pc:spChg>
        <pc:spChg chg="mod">
          <ac:chgData name="Ajay Kumar Sahu" userId="dd24f88422e0a5ca" providerId="LiveId" clId="{D4359742-125F-44D8-ADFF-EA47969DD1D9}" dt="2026-06-16T12:57:06.451" v="1045" actId="1076"/>
          <ac:spMkLst>
            <pc:docMk/>
            <pc:sldMk cId="962829830" sldId="285"/>
            <ac:spMk id="8" creationId="{69D95615-1C1C-EF45-703A-2C956275BFF2}"/>
          </ac:spMkLst>
        </pc:spChg>
        <pc:picChg chg="add mod">
          <ac:chgData name="Ajay Kumar Sahu" userId="dd24f88422e0a5ca" providerId="LiveId" clId="{D4359742-125F-44D8-ADFF-EA47969DD1D9}" dt="2026-06-16T12:59:16.572" v="1059" actId="14100"/>
          <ac:picMkLst>
            <pc:docMk/>
            <pc:sldMk cId="962829830" sldId="285"/>
            <ac:picMk id="5" creationId="{625FA38D-9443-C43C-F0A1-199374E07827}"/>
          </ac:picMkLst>
        </pc:picChg>
        <pc:picChg chg="del">
          <ac:chgData name="Ajay Kumar Sahu" userId="dd24f88422e0a5ca" providerId="LiveId" clId="{D4359742-125F-44D8-ADFF-EA47969DD1D9}" dt="2026-06-16T12:59:05.371" v="1058" actId="478"/>
          <ac:picMkLst>
            <pc:docMk/>
            <pc:sldMk cId="962829830" sldId="285"/>
            <ac:picMk id="12" creationId="{ADC254AD-61A9-AF0E-7D6D-E8C158A7CEC8}"/>
          </ac:picMkLst>
        </pc:picChg>
      </pc:sldChg>
      <pc:sldChg chg="modSp add mod ord">
        <pc:chgData name="Ajay Kumar Sahu" userId="dd24f88422e0a5ca" providerId="LiveId" clId="{D4359742-125F-44D8-ADFF-EA47969DD1D9}" dt="2026-06-16T13:08:27.523" v="1173" actId="1076"/>
        <pc:sldMkLst>
          <pc:docMk/>
          <pc:sldMk cId="3451452122" sldId="286"/>
        </pc:sldMkLst>
        <pc:spChg chg="mod">
          <ac:chgData name="Ajay Kumar Sahu" userId="dd24f88422e0a5ca" providerId="LiveId" clId="{D4359742-125F-44D8-ADFF-EA47969DD1D9}" dt="2026-06-16T13:06:14.674" v="1111" actId="2711"/>
          <ac:spMkLst>
            <pc:docMk/>
            <pc:sldMk cId="3451452122" sldId="286"/>
            <ac:spMk id="2" creationId="{F5AC9983-1721-BE2F-38B5-ABC367ACABE7}"/>
          </ac:spMkLst>
        </pc:spChg>
        <pc:spChg chg="mod">
          <ac:chgData name="Ajay Kumar Sahu" userId="dd24f88422e0a5ca" providerId="LiveId" clId="{D4359742-125F-44D8-ADFF-EA47969DD1D9}" dt="2026-06-16T13:05:58.803" v="1109" actId="2711"/>
          <ac:spMkLst>
            <pc:docMk/>
            <pc:sldMk cId="3451452122" sldId="286"/>
            <ac:spMk id="3" creationId="{DDF1C62C-7724-7269-A559-1AA163934EE3}"/>
          </ac:spMkLst>
        </pc:spChg>
        <pc:spChg chg="mod">
          <ac:chgData name="Ajay Kumar Sahu" userId="dd24f88422e0a5ca" providerId="LiveId" clId="{D4359742-125F-44D8-ADFF-EA47969DD1D9}" dt="2026-06-16T13:08:27.523" v="1173" actId="1076"/>
          <ac:spMkLst>
            <pc:docMk/>
            <pc:sldMk cId="3451452122" sldId="286"/>
            <ac:spMk id="7" creationId="{F731E772-0373-A5CA-19AE-86F54DCF934A}"/>
          </ac:spMkLst>
        </pc:spChg>
      </pc:sldChg>
      <pc:sldChg chg="addSp delSp modSp add mod">
        <pc:chgData name="Ajay Kumar Sahu" userId="dd24f88422e0a5ca" providerId="LiveId" clId="{D4359742-125F-44D8-ADFF-EA47969DD1D9}" dt="2026-06-16T13:17:23.058" v="1346" actId="2711"/>
        <pc:sldMkLst>
          <pc:docMk/>
          <pc:sldMk cId="1729886500" sldId="287"/>
        </pc:sldMkLst>
        <pc:spChg chg="mod">
          <ac:chgData name="Ajay Kumar Sahu" userId="dd24f88422e0a5ca" providerId="LiveId" clId="{D4359742-125F-44D8-ADFF-EA47969DD1D9}" dt="2026-06-16T13:09:09.477" v="1189" actId="20577"/>
          <ac:spMkLst>
            <pc:docMk/>
            <pc:sldMk cId="1729886500" sldId="287"/>
            <ac:spMk id="2" creationId="{13C9B303-3E64-A72B-8642-668EC037A51A}"/>
          </ac:spMkLst>
        </pc:spChg>
        <pc:spChg chg="mod">
          <ac:chgData name="Ajay Kumar Sahu" userId="dd24f88422e0a5ca" providerId="LiveId" clId="{D4359742-125F-44D8-ADFF-EA47969DD1D9}" dt="2026-06-16T13:17:23.058" v="1346" actId="2711"/>
          <ac:spMkLst>
            <pc:docMk/>
            <pc:sldMk cId="1729886500" sldId="287"/>
            <ac:spMk id="3" creationId="{EB09C330-D4FA-D7DE-00DB-C85B799BA29A}"/>
          </ac:spMkLst>
        </pc:spChg>
        <pc:spChg chg="add del mod">
          <ac:chgData name="Ajay Kumar Sahu" userId="dd24f88422e0a5ca" providerId="LiveId" clId="{D4359742-125F-44D8-ADFF-EA47969DD1D9}" dt="2026-06-16T13:14:38.327" v="1233" actId="478"/>
          <ac:spMkLst>
            <pc:docMk/>
            <pc:sldMk cId="1729886500" sldId="287"/>
            <ac:spMk id="6" creationId="{13FDB53C-B3C9-0576-2B23-ADB23797CD7A}"/>
          </ac:spMkLst>
        </pc:spChg>
        <pc:spChg chg="mod">
          <ac:chgData name="Ajay Kumar Sahu" userId="dd24f88422e0a5ca" providerId="LiveId" clId="{D4359742-125F-44D8-ADFF-EA47969DD1D9}" dt="2026-06-16T13:15:29.779" v="1316" actId="20577"/>
          <ac:spMkLst>
            <pc:docMk/>
            <pc:sldMk cId="1729886500" sldId="287"/>
            <ac:spMk id="7" creationId="{0BB3565B-3F46-275E-845E-C471239C77B7}"/>
          </ac:spMkLst>
        </pc:spChg>
      </pc:sldChg>
      <pc:sldChg chg="modSp add mod">
        <pc:chgData name="Ajay Kumar Sahu" userId="dd24f88422e0a5ca" providerId="LiveId" clId="{D4359742-125F-44D8-ADFF-EA47969DD1D9}" dt="2026-06-16T13:19:29.357" v="1420" actId="1076"/>
        <pc:sldMkLst>
          <pc:docMk/>
          <pc:sldMk cId="1597045861" sldId="288"/>
        </pc:sldMkLst>
        <pc:spChg chg="mod">
          <ac:chgData name="Ajay Kumar Sahu" userId="dd24f88422e0a5ca" providerId="LiveId" clId="{D4359742-125F-44D8-ADFF-EA47969DD1D9}" dt="2026-06-16T13:16:12.077" v="1333" actId="20577"/>
          <ac:spMkLst>
            <pc:docMk/>
            <pc:sldMk cId="1597045861" sldId="288"/>
            <ac:spMk id="2" creationId="{70A83BF9-6730-93C3-1CF0-42B28013F21A}"/>
          </ac:spMkLst>
        </pc:spChg>
        <pc:spChg chg="mod">
          <ac:chgData name="Ajay Kumar Sahu" userId="dd24f88422e0a5ca" providerId="LiveId" clId="{D4359742-125F-44D8-ADFF-EA47969DD1D9}" dt="2026-06-16T13:17:36.879" v="1347" actId="2711"/>
          <ac:spMkLst>
            <pc:docMk/>
            <pc:sldMk cId="1597045861" sldId="288"/>
            <ac:spMk id="3" creationId="{E05BB214-80B8-5CE2-7B5B-198516A3F8A0}"/>
          </ac:spMkLst>
        </pc:spChg>
        <pc:spChg chg="mod">
          <ac:chgData name="Ajay Kumar Sahu" userId="dd24f88422e0a5ca" providerId="LiveId" clId="{D4359742-125F-44D8-ADFF-EA47969DD1D9}" dt="2026-06-16T13:19:29.357" v="1420" actId="1076"/>
          <ac:spMkLst>
            <pc:docMk/>
            <pc:sldMk cId="1597045861" sldId="288"/>
            <ac:spMk id="7" creationId="{3336C8A1-C452-50C9-977B-5083691B8C90}"/>
          </ac:spMkLst>
        </pc:spChg>
      </pc:sldChg>
      <pc:sldChg chg="modSp add mod">
        <pc:chgData name="Ajay Kumar Sahu" userId="dd24f88422e0a5ca" providerId="LiveId" clId="{D4359742-125F-44D8-ADFF-EA47969DD1D9}" dt="2026-06-16T13:36:09.812" v="1616" actId="2711"/>
        <pc:sldMkLst>
          <pc:docMk/>
          <pc:sldMk cId="2886843366" sldId="289"/>
        </pc:sldMkLst>
        <pc:spChg chg="mod">
          <ac:chgData name="Ajay Kumar Sahu" userId="dd24f88422e0a5ca" providerId="LiveId" clId="{D4359742-125F-44D8-ADFF-EA47969DD1D9}" dt="2026-06-16T13:19:54.910" v="1431" actId="20577"/>
          <ac:spMkLst>
            <pc:docMk/>
            <pc:sldMk cId="2886843366" sldId="289"/>
            <ac:spMk id="2" creationId="{CB051870-952C-A50C-F984-7BEC21D1ACFC}"/>
          </ac:spMkLst>
        </pc:spChg>
        <pc:spChg chg="mod">
          <ac:chgData name="Ajay Kumar Sahu" userId="dd24f88422e0a5ca" providerId="LiveId" clId="{D4359742-125F-44D8-ADFF-EA47969DD1D9}" dt="2026-06-16T13:36:09.812" v="1616" actId="2711"/>
          <ac:spMkLst>
            <pc:docMk/>
            <pc:sldMk cId="2886843366" sldId="289"/>
            <ac:spMk id="3" creationId="{B8245E67-B02A-F73E-4C31-38E906CEA660}"/>
          </ac:spMkLst>
        </pc:spChg>
        <pc:spChg chg="mod">
          <ac:chgData name="Ajay Kumar Sahu" userId="dd24f88422e0a5ca" providerId="LiveId" clId="{D4359742-125F-44D8-ADFF-EA47969DD1D9}" dt="2026-06-16T13:23:12.228" v="1481" actId="20577"/>
          <ac:spMkLst>
            <pc:docMk/>
            <pc:sldMk cId="2886843366" sldId="289"/>
            <ac:spMk id="7" creationId="{0D39E2B7-4F71-FF6E-4D37-CB986A8A8416}"/>
          </ac:spMkLst>
        </pc:spChg>
      </pc:sldChg>
      <pc:sldChg chg="addSp delSp modSp add mod ord">
        <pc:chgData name="Ajay Kumar Sahu" userId="dd24f88422e0a5ca" providerId="LiveId" clId="{D4359742-125F-44D8-ADFF-EA47969DD1D9}" dt="2026-06-16T13:36:50.721" v="1618" actId="2711"/>
        <pc:sldMkLst>
          <pc:docMk/>
          <pc:sldMk cId="1260197792" sldId="290"/>
        </pc:sldMkLst>
        <pc:spChg chg="mod">
          <ac:chgData name="Ajay Kumar Sahu" userId="dd24f88422e0a5ca" providerId="LiveId" clId="{D4359742-125F-44D8-ADFF-EA47969DD1D9}" dt="2026-06-16T13:25:19.142" v="1520" actId="20577"/>
          <ac:spMkLst>
            <pc:docMk/>
            <pc:sldMk cId="1260197792" sldId="290"/>
            <ac:spMk id="2" creationId="{53046F37-7DB3-0754-9B6E-BE134E37D209}"/>
          </ac:spMkLst>
        </pc:spChg>
        <pc:spChg chg="mod">
          <ac:chgData name="Ajay Kumar Sahu" userId="dd24f88422e0a5ca" providerId="LiveId" clId="{D4359742-125F-44D8-ADFF-EA47969DD1D9}" dt="2026-06-16T13:36:38.499" v="1617" actId="2711"/>
          <ac:spMkLst>
            <pc:docMk/>
            <pc:sldMk cId="1260197792" sldId="290"/>
            <ac:spMk id="3" creationId="{4EBA0F2D-6014-4B1C-B74B-C16476FC9C11}"/>
          </ac:spMkLst>
        </pc:spChg>
        <pc:spChg chg="mod">
          <ac:chgData name="Ajay Kumar Sahu" userId="dd24f88422e0a5ca" providerId="LiveId" clId="{D4359742-125F-44D8-ADFF-EA47969DD1D9}" dt="2026-06-16T13:36:50.721" v="1618" actId="2711"/>
          <ac:spMkLst>
            <pc:docMk/>
            <pc:sldMk cId="1260197792" sldId="290"/>
            <ac:spMk id="8" creationId="{0BF10529-12ED-48C4-0C81-37BBBCBCC59D}"/>
          </ac:spMkLst>
        </pc:spChg>
        <pc:picChg chg="del">
          <ac:chgData name="Ajay Kumar Sahu" userId="dd24f88422e0a5ca" providerId="LiveId" clId="{D4359742-125F-44D8-ADFF-EA47969DD1D9}" dt="2026-06-16T13:28:39.359" v="1596" actId="478"/>
          <ac:picMkLst>
            <pc:docMk/>
            <pc:sldMk cId="1260197792" sldId="290"/>
            <ac:picMk id="5" creationId="{87C401A3-2484-79F4-9572-C07E7867A500}"/>
          </ac:picMkLst>
        </pc:picChg>
        <pc:picChg chg="add mod">
          <ac:chgData name="Ajay Kumar Sahu" userId="dd24f88422e0a5ca" providerId="LiveId" clId="{D4359742-125F-44D8-ADFF-EA47969DD1D9}" dt="2026-06-16T13:28:48.347" v="1597" actId="14100"/>
          <ac:picMkLst>
            <pc:docMk/>
            <pc:sldMk cId="1260197792" sldId="290"/>
            <ac:picMk id="7" creationId="{1D8D83E6-F39F-5377-FA9A-F54B96FABE4A}"/>
          </ac:picMkLst>
        </pc:picChg>
      </pc:sldChg>
      <pc:sldChg chg="modSp add mod ord">
        <pc:chgData name="Ajay Kumar Sahu" userId="dd24f88422e0a5ca" providerId="LiveId" clId="{D4359742-125F-44D8-ADFF-EA47969DD1D9}" dt="2026-06-16T13:43:26.784" v="1905" actId="20577"/>
        <pc:sldMkLst>
          <pc:docMk/>
          <pc:sldMk cId="2694180314" sldId="291"/>
        </pc:sldMkLst>
        <pc:spChg chg="mod">
          <ac:chgData name="Ajay Kumar Sahu" userId="dd24f88422e0a5ca" providerId="LiveId" clId="{D4359742-125F-44D8-ADFF-EA47969DD1D9}" dt="2026-06-16T13:38:17.458" v="1631" actId="20577"/>
          <ac:spMkLst>
            <pc:docMk/>
            <pc:sldMk cId="2694180314" sldId="291"/>
            <ac:spMk id="2" creationId="{5A58C617-197D-98D5-39F5-BF0C4006E7EE}"/>
          </ac:spMkLst>
        </pc:spChg>
        <pc:spChg chg="mod">
          <ac:chgData name="Ajay Kumar Sahu" userId="dd24f88422e0a5ca" providerId="LiveId" clId="{D4359742-125F-44D8-ADFF-EA47969DD1D9}" dt="2026-06-16T13:42:39.043" v="1853" actId="20577"/>
          <ac:spMkLst>
            <pc:docMk/>
            <pc:sldMk cId="2694180314" sldId="291"/>
            <ac:spMk id="3" creationId="{745958E2-845E-D79A-2A7C-5B304A420318}"/>
          </ac:spMkLst>
        </pc:spChg>
        <pc:spChg chg="mod">
          <ac:chgData name="Ajay Kumar Sahu" userId="dd24f88422e0a5ca" providerId="LiveId" clId="{D4359742-125F-44D8-ADFF-EA47969DD1D9}" dt="2026-06-16T13:43:26.784" v="1905" actId="20577"/>
          <ac:spMkLst>
            <pc:docMk/>
            <pc:sldMk cId="2694180314" sldId="291"/>
            <ac:spMk id="7" creationId="{A0C57A25-7E46-2671-D93C-BEDC1F7EB327}"/>
          </ac:spMkLst>
        </pc:spChg>
      </pc:sldChg>
      <pc:sldChg chg="modSp add mod">
        <pc:chgData name="Ajay Kumar Sahu" userId="dd24f88422e0a5ca" providerId="LiveId" clId="{D4359742-125F-44D8-ADFF-EA47969DD1D9}" dt="2026-06-16T13:46:54.021" v="1981" actId="20577"/>
        <pc:sldMkLst>
          <pc:docMk/>
          <pc:sldMk cId="3679899665" sldId="292"/>
        </pc:sldMkLst>
        <pc:spChg chg="mod">
          <ac:chgData name="Ajay Kumar Sahu" userId="dd24f88422e0a5ca" providerId="LiveId" clId="{D4359742-125F-44D8-ADFF-EA47969DD1D9}" dt="2026-06-16T13:44:08.038" v="1928" actId="20577"/>
          <ac:spMkLst>
            <pc:docMk/>
            <pc:sldMk cId="3679899665" sldId="292"/>
            <ac:spMk id="2" creationId="{4E065585-1519-F2A7-CA7E-170869AB4D4B}"/>
          </ac:spMkLst>
        </pc:spChg>
        <pc:spChg chg="mod">
          <ac:chgData name="Ajay Kumar Sahu" userId="dd24f88422e0a5ca" providerId="LiveId" clId="{D4359742-125F-44D8-ADFF-EA47969DD1D9}" dt="2026-06-16T13:46:31.466" v="1938" actId="2711"/>
          <ac:spMkLst>
            <pc:docMk/>
            <pc:sldMk cId="3679899665" sldId="292"/>
            <ac:spMk id="3" creationId="{F4878D1E-1757-EF51-D25B-A1B58EF89368}"/>
          </ac:spMkLst>
        </pc:spChg>
        <pc:spChg chg="mod">
          <ac:chgData name="Ajay Kumar Sahu" userId="dd24f88422e0a5ca" providerId="LiveId" clId="{D4359742-125F-44D8-ADFF-EA47969DD1D9}" dt="2026-06-16T13:46:54.021" v="1981" actId="20577"/>
          <ac:spMkLst>
            <pc:docMk/>
            <pc:sldMk cId="3679899665" sldId="292"/>
            <ac:spMk id="7" creationId="{21589009-A889-7691-0939-473E5113F8AB}"/>
          </ac:spMkLst>
        </pc:spChg>
      </pc:sldChg>
      <pc:sldChg chg="modSp add mod">
        <pc:chgData name="Ajay Kumar Sahu" userId="dd24f88422e0a5ca" providerId="LiveId" clId="{D4359742-125F-44D8-ADFF-EA47969DD1D9}" dt="2026-06-16T13:49:18.008" v="2014" actId="2711"/>
        <pc:sldMkLst>
          <pc:docMk/>
          <pc:sldMk cId="3929428973" sldId="293"/>
        </pc:sldMkLst>
        <pc:spChg chg="mod">
          <ac:chgData name="Ajay Kumar Sahu" userId="dd24f88422e0a5ca" providerId="LiveId" clId="{D4359742-125F-44D8-ADFF-EA47969DD1D9}" dt="2026-06-16T13:47:20.247" v="1995" actId="20577"/>
          <ac:spMkLst>
            <pc:docMk/>
            <pc:sldMk cId="3929428973" sldId="293"/>
            <ac:spMk id="2" creationId="{49B62D37-C0A3-E7A7-A5C8-A984660337D0}"/>
          </ac:spMkLst>
        </pc:spChg>
        <pc:spChg chg="mod">
          <ac:chgData name="Ajay Kumar Sahu" userId="dd24f88422e0a5ca" providerId="LiveId" clId="{D4359742-125F-44D8-ADFF-EA47969DD1D9}" dt="2026-06-16T13:49:13.380" v="2013" actId="2711"/>
          <ac:spMkLst>
            <pc:docMk/>
            <pc:sldMk cId="3929428973" sldId="293"/>
            <ac:spMk id="3" creationId="{D71FBAF6-895A-A72A-B609-3EE1796F7042}"/>
          </ac:spMkLst>
        </pc:spChg>
        <pc:spChg chg="mod">
          <ac:chgData name="Ajay Kumar Sahu" userId="dd24f88422e0a5ca" providerId="LiveId" clId="{D4359742-125F-44D8-ADFF-EA47969DD1D9}" dt="2026-06-16T13:49:18.008" v="2014" actId="2711"/>
          <ac:spMkLst>
            <pc:docMk/>
            <pc:sldMk cId="3929428973" sldId="293"/>
            <ac:spMk id="7" creationId="{19033F29-20DF-B9E8-A462-E65A1CBF00ED}"/>
          </ac:spMkLst>
        </pc:spChg>
      </pc:sldChg>
      <pc:sldChg chg="addSp delSp modSp add mod">
        <pc:chgData name="Ajay Kumar Sahu" userId="dd24f88422e0a5ca" providerId="LiveId" clId="{D4359742-125F-44D8-ADFF-EA47969DD1D9}" dt="2026-06-16T13:57:49.771" v="2071" actId="1076"/>
        <pc:sldMkLst>
          <pc:docMk/>
          <pc:sldMk cId="3306882637" sldId="294"/>
        </pc:sldMkLst>
        <pc:spChg chg="del mod">
          <ac:chgData name="Ajay Kumar Sahu" userId="dd24f88422e0a5ca" providerId="LiveId" clId="{D4359742-125F-44D8-ADFF-EA47969DD1D9}" dt="2026-06-16T13:54:54.406" v="2053" actId="478"/>
          <ac:spMkLst>
            <pc:docMk/>
            <pc:sldMk cId="3306882637" sldId="294"/>
            <ac:spMk id="2" creationId="{279A019F-60CF-AD56-1850-9DB71FF2756F}"/>
          </ac:spMkLst>
        </pc:spChg>
        <pc:spChg chg="del mod">
          <ac:chgData name="Ajay Kumar Sahu" userId="dd24f88422e0a5ca" providerId="LiveId" clId="{D4359742-125F-44D8-ADFF-EA47969DD1D9}" dt="2026-06-16T13:54:50.288" v="2052" actId="478"/>
          <ac:spMkLst>
            <pc:docMk/>
            <pc:sldMk cId="3306882637" sldId="294"/>
            <ac:spMk id="3" creationId="{3637DEE2-B356-B5C5-C342-E8B33B88BE61}"/>
          </ac:spMkLst>
        </pc:spChg>
        <pc:spChg chg="add del mod">
          <ac:chgData name="Ajay Kumar Sahu" userId="dd24f88422e0a5ca" providerId="LiveId" clId="{D4359742-125F-44D8-ADFF-EA47969DD1D9}" dt="2026-06-16T13:55:01.550" v="2055" actId="478"/>
          <ac:spMkLst>
            <pc:docMk/>
            <pc:sldMk cId="3306882637" sldId="294"/>
            <ac:spMk id="6" creationId="{E3CB64AF-721B-78B8-9449-83A3D30E21DF}"/>
          </ac:spMkLst>
        </pc:spChg>
        <pc:spChg chg="del mod">
          <ac:chgData name="Ajay Kumar Sahu" userId="dd24f88422e0a5ca" providerId="LiveId" clId="{D4359742-125F-44D8-ADFF-EA47969DD1D9}" dt="2026-06-16T13:54:58.466" v="2054" actId="478"/>
          <ac:spMkLst>
            <pc:docMk/>
            <pc:sldMk cId="3306882637" sldId="294"/>
            <ac:spMk id="7" creationId="{79E8EBB5-9FDB-4DA8-EC9A-1FD91EA83F1D}"/>
          </ac:spMkLst>
        </pc:spChg>
        <pc:spChg chg="add mod">
          <ac:chgData name="Ajay Kumar Sahu" userId="dd24f88422e0a5ca" providerId="LiveId" clId="{D4359742-125F-44D8-ADFF-EA47969DD1D9}" dt="2026-06-16T13:56:16.881" v="2062" actId="207"/>
          <ac:spMkLst>
            <pc:docMk/>
            <pc:sldMk cId="3306882637" sldId="294"/>
            <ac:spMk id="9" creationId="{CE9234F7-9063-6686-EEF8-454886425E7D}"/>
          </ac:spMkLst>
        </pc:spChg>
        <pc:spChg chg="add mod">
          <ac:chgData name="Ajay Kumar Sahu" userId="dd24f88422e0a5ca" providerId="LiveId" clId="{D4359742-125F-44D8-ADFF-EA47969DD1D9}" dt="2026-06-16T13:57:49.771" v="2071" actId="1076"/>
          <ac:spMkLst>
            <pc:docMk/>
            <pc:sldMk cId="3306882637" sldId="294"/>
            <ac:spMk id="11" creationId="{8D18F021-3DC3-8897-C8A3-534FA29AF8CC}"/>
          </ac:spMkLst>
        </pc:spChg>
        <pc:spChg chg="add mod">
          <ac:chgData name="Ajay Kumar Sahu" userId="dd24f88422e0a5ca" providerId="LiveId" clId="{D4359742-125F-44D8-ADFF-EA47969DD1D9}" dt="2026-06-16T13:57:14.852" v="2070" actId="1076"/>
          <ac:spMkLst>
            <pc:docMk/>
            <pc:sldMk cId="3306882637" sldId="294"/>
            <ac:spMk id="15" creationId="{2E4F6D15-99FF-8120-18B5-86820C32751B}"/>
          </ac:spMkLst>
        </pc:spChg>
        <pc:picChg chg="add del">
          <ac:chgData name="Ajay Kumar Sahu" userId="dd24f88422e0a5ca" providerId="LiveId" clId="{D4359742-125F-44D8-ADFF-EA47969DD1D9}" dt="2026-06-16T13:56:26.432" v="2064" actId="22"/>
          <ac:picMkLst>
            <pc:docMk/>
            <pc:sldMk cId="3306882637" sldId="294"/>
            <ac:picMk id="13" creationId="{174874B1-D777-2BBA-5A0E-F93B33B7E0AB}"/>
          </ac:picMkLst>
        </pc:picChg>
      </pc:sldChg>
      <pc:sldChg chg="add del">
        <pc:chgData name="Ajay Kumar Sahu" userId="dd24f88422e0a5ca" providerId="LiveId" clId="{D4359742-125F-44D8-ADFF-EA47969DD1D9}" dt="2026-06-16T13:57:55.805" v="2072" actId="2696"/>
        <pc:sldMkLst>
          <pc:docMk/>
          <pc:sldMk cId="1659154368" sldId="295"/>
        </pc:sldMkLst>
      </pc:sldChg>
      <pc:sldChg chg="add del">
        <pc:chgData name="Ajay Kumar Sahu" userId="dd24f88422e0a5ca" providerId="LiveId" clId="{D4359742-125F-44D8-ADFF-EA47969DD1D9}" dt="2026-06-16T13:53:32.995" v="2048" actId="2890"/>
        <pc:sldMkLst>
          <pc:docMk/>
          <pc:sldMk cId="2628878667" sldId="296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3594333551" sldId="297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3483213559" sldId="298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442552327" sldId="299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110917612" sldId="300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777486909" sldId="301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897550595" sldId="302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099340413" sldId="303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600786543" sldId="304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472732887" sldId="305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300249574" sldId="306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3091312911" sldId="307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394465800" sldId="308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369319429" sldId="309"/>
        </pc:sldMkLst>
      </pc:sldChg>
      <pc:sldChg chg="add del replId">
        <pc:chgData name="Ajay Kumar Sahu" userId="dd24f88422e0a5ca" providerId="LiveId" clId="{D4359742-125F-44D8-ADFF-EA47969DD1D9}" dt="2026-06-16T13:53:32.995" v="2048" actId="2890"/>
        <pc:sldMkLst>
          <pc:docMk/>
          <pc:sldMk cId="2193222308" sldId="310"/>
        </pc:sldMkLst>
      </pc:sldChg>
      <pc:sldMasterChg chg="delSldLayout">
        <pc:chgData name="Ajay Kumar Sahu" userId="dd24f88422e0a5ca" providerId="LiveId" clId="{D4359742-125F-44D8-ADFF-EA47969DD1D9}" dt="2026-06-16T13:53:38.474" v="2049" actId="2696"/>
        <pc:sldMasterMkLst>
          <pc:docMk/>
          <pc:sldMasterMk cId="1750499749" sldId="2147483940"/>
        </pc:sldMasterMkLst>
        <pc:sldLayoutChg chg="del">
          <pc:chgData name="Ajay Kumar Sahu" userId="dd24f88422e0a5ca" providerId="LiveId" clId="{D4359742-125F-44D8-ADFF-EA47969DD1D9}" dt="2026-06-16T13:53:38.474" v="2049" actId="2696"/>
          <pc:sldLayoutMkLst>
            <pc:docMk/>
            <pc:sldMasterMk cId="1750499749" sldId="2147483940"/>
            <pc:sldLayoutMk cId="1994346140" sldId="214748395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9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52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34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89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24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599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4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40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4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528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0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5339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807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78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865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864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469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499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  <p:sldLayoutId id="2147483956" r:id="rId16"/>
    <p:sldLayoutId id="214748395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285100" y="923326"/>
            <a:ext cx="8573800" cy="1378035"/>
          </a:xfrm>
          <a:prstGeom prst="rect">
            <a:avLst/>
          </a:prstGeom>
        </p:spPr>
        <p:txBody>
          <a:bodyPr vert="horz" wrap="square" lIns="0" tIns="145698" rIns="0" bIns="0" rtlCol="0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Barlow Bold" pitchFamily="34" charset="-122"/>
                <a:cs typeface="Barlow Bold" pitchFamily="34" charset="-120"/>
              </a:rPr>
              <a:t>A PROJECT BY</a:t>
            </a:r>
          </a:p>
          <a:p>
            <a:pPr marL="0" indent="0" algn="ctr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Barlow Bold" pitchFamily="34" charset="-122"/>
                <a:cs typeface="Barlow Bold" pitchFamily="34" charset="-120"/>
              </a:rPr>
              <a:t>NEXTHIKE IT SOLUTIONS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0400" y="2896161"/>
            <a:ext cx="2514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2000" dirty="0"/>
              <a:t>By Mr. Ajay Kumar Sahu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86E2DA-FF92-63E1-E660-C318CE3A6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4380"/>
            <a:ext cx="9144000" cy="1679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043FC0-8AFC-FFD5-7A65-51AFF2CD7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9" name="PlaceHolder 2">
            <a:extLst>
              <a:ext uri="{FF2B5EF4-FFF2-40B4-BE49-F238E27FC236}">
                <a16:creationId xmlns:a16="http://schemas.microsoft.com/office/drawing/2014/main" id="{C72587CF-BBDB-4187-9B66-E41FBF7ED6BC}"/>
              </a:ext>
            </a:extLst>
          </p:cNvPr>
          <p:cNvSpPr txBox="1">
            <a:spLocks/>
          </p:cNvSpPr>
          <p:nvPr/>
        </p:nvSpPr>
        <p:spPr>
          <a:xfrm>
            <a:off x="0" y="2333789"/>
            <a:ext cx="9144000" cy="53579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91440" rIns="91440" bIns="9144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2000" dirty="0"/>
              <a:t>“Sales Forecasting Across Multiple Retail Stores Using Machine Learning”</a:t>
            </a:r>
            <a:endParaRPr lang="en-US" sz="2000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1099317"/>
            <a:ext cx="78448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10" dirty="0">
                <a:latin typeface="Syncopate"/>
                <a:cs typeface="Arial"/>
              </a:rPr>
              <a:t>     </a:t>
            </a:r>
            <a:r>
              <a:rPr sz="2800" b="1" spc="-10" dirty="0">
                <a:latin typeface="Syncopate"/>
                <a:cs typeface="Arial"/>
              </a:rPr>
              <a:t>Points</a:t>
            </a:r>
            <a:r>
              <a:rPr sz="2800" b="1" spc="-55" dirty="0">
                <a:latin typeface="Syncopate"/>
                <a:cs typeface="Arial"/>
              </a:rPr>
              <a:t> </a:t>
            </a:r>
            <a:r>
              <a:rPr sz="2800" b="1" dirty="0">
                <a:latin typeface="Syncopate"/>
                <a:cs typeface="Arial"/>
              </a:rPr>
              <a:t>for</a:t>
            </a:r>
            <a:r>
              <a:rPr sz="2800" b="1" spc="-45" dirty="0">
                <a:latin typeface="Syncopate"/>
                <a:cs typeface="Arial"/>
              </a:rPr>
              <a:t> </a:t>
            </a:r>
            <a:r>
              <a:rPr sz="2800" b="1" spc="-5" dirty="0">
                <a:latin typeface="Syncopate"/>
                <a:cs typeface="Arial"/>
              </a:rPr>
              <a:t>Discussion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727428"/>
            <a:ext cx="3620770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005" indent="-28194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4640" algn="l"/>
              </a:tabLst>
            </a:pPr>
            <a:r>
              <a:rPr spc="-5" dirty="0">
                <a:latin typeface="Archivo"/>
                <a:cs typeface="Arial MT"/>
              </a:rPr>
              <a:t>Introduction</a:t>
            </a:r>
            <a:endParaRPr dirty="0">
              <a:latin typeface="Archivo"/>
              <a:cs typeface="Arial MT"/>
            </a:endParaRPr>
          </a:p>
          <a:p>
            <a:pPr marL="294005" indent="-28194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spc="-5" dirty="0">
                <a:latin typeface="Archivo"/>
                <a:cs typeface="Arial MT"/>
              </a:rPr>
              <a:t>Problem</a:t>
            </a:r>
            <a:r>
              <a:rPr spc="-50" dirty="0">
                <a:latin typeface="Archivo"/>
                <a:cs typeface="Arial MT"/>
              </a:rPr>
              <a:t> </a:t>
            </a:r>
            <a:r>
              <a:rPr dirty="0">
                <a:latin typeface="Archivo"/>
                <a:cs typeface="Arial MT"/>
              </a:rPr>
              <a:t>statement</a:t>
            </a:r>
          </a:p>
          <a:p>
            <a:pPr marL="294005" indent="-28194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spc="-5" dirty="0">
                <a:latin typeface="Archivo"/>
                <a:cs typeface="Arial MT"/>
              </a:rPr>
              <a:t>Data</a:t>
            </a:r>
            <a:r>
              <a:rPr spc="-50" dirty="0">
                <a:latin typeface="Archivo"/>
                <a:cs typeface="Arial MT"/>
              </a:rPr>
              <a:t> </a:t>
            </a:r>
            <a:r>
              <a:rPr lang="en-IN" spc="-5" dirty="0">
                <a:latin typeface="Archivo"/>
                <a:cs typeface="Arial MT"/>
              </a:rPr>
              <a:t>Description</a:t>
            </a:r>
            <a:endParaRPr dirty="0">
              <a:latin typeface="Archivo"/>
              <a:cs typeface="Arial MT"/>
            </a:endParaRPr>
          </a:p>
          <a:p>
            <a:pPr marL="283210" indent="-271145">
              <a:lnSpc>
                <a:spcPct val="100000"/>
              </a:lnSpc>
              <a:buAutoNum type="arabicPeriod"/>
              <a:tabLst>
                <a:tab pos="283845" algn="l"/>
              </a:tabLst>
            </a:pPr>
            <a:r>
              <a:rPr lang="en-IN" spc="-5" dirty="0">
                <a:latin typeface="Archivo"/>
                <a:cs typeface="Arial MT"/>
              </a:rPr>
              <a:t>Data Preprocessing</a:t>
            </a:r>
            <a:endParaRPr dirty="0">
              <a:latin typeface="Archivo"/>
              <a:cs typeface="Arial MT"/>
            </a:endParaRPr>
          </a:p>
          <a:p>
            <a:pPr marL="294005" indent="-28194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lang="en-IN" spc="-5" dirty="0">
                <a:latin typeface="Archivo"/>
                <a:cs typeface="Arial MT"/>
              </a:rPr>
              <a:t>Exploratory Data Analysis (EDA)</a:t>
            </a:r>
            <a:endParaRPr dirty="0">
              <a:latin typeface="Archivo"/>
              <a:cs typeface="Arial MT"/>
            </a:endParaRPr>
          </a:p>
          <a:p>
            <a:pPr marL="294005" indent="-28194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lang="en-IN" spc="-5" dirty="0">
                <a:latin typeface="Archivo"/>
                <a:cs typeface="Arial MT"/>
              </a:rPr>
              <a:t>Feature Engineering</a:t>
            </a:r>
            <a:endParaRPr dirty="0">
              <a:latin typeface="Archivo"/>
              <a:cs typeface="Arial MT"/>
            </a:endParaRPr>
          </a:p>
          <a:p>
            <a:pPr marL="294005" indent="-28194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lang="en-IN" spc="-5" dirty="0">
                <a:latin typeface="Archivo"/>
                <a:cs typeface="Arial MT"/>
              </a:rPr>
              <a:t>Model Building</a:t>
            </a:r>
            <a:endParaRPr dirty="0">
              <a:latin typeface="Archivo"/>
              <a:cs typeface="Arial MT"/>
            </a:endParaRPr>
          </a:p>
          <a:p>
            <a:pPr marL="294005" indent="-28194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lang="en-IN" spc="-5" dirty="0">
                <a:latin typeface="Archivo"/>
                <a:cs typeface="Arial MT"/>
              </a:rPr>
              <a:t>Model Evaluation</a:t>
            </a:r>
            <a:endParaRPr dirty="0">
              <a:latin typeface="Archivo"/>
              <a:cs typeface="Arial MT"/>
            </a:endParaRPr>
          </a:p>
          <a:p>
            <a:pPr marL="294005" indent="-281940">
              <a:lnSpc>
                <a:spcPct val="100000"/>
              </a:lnSpc>
              <a:buAutoNum type="arabicPeriod"/>
              <a:tabLst>
                <a:tab pos="294640" algn="l"/>
              </a:tabLst>
            </a:pPr>
            <a:r>
              <a:rPr lang="en-IN" spc="-5" dirty="0">
                <a:latin typeface="Archivo"/>
                <a:cs typeface="Arial MT"/>
              </a:rPr>
              <a:t>Feature Importance Analysis</a:t>
            </a:r>
            <a:endParaRPr dirty="0">
              <a:latin typeface="Archivo"/>
              <a:cs typeface="Arial MT"/>
            </a:endParaRPr>
          </a:p>
          <a:p>
            <a:pPr marL="351155" indent="-339090">
              <a:lnSpc>
                <a:spcPct val="100000"/>
              </a:lnSpc>
              <a:buAutoNum type="arabicPeriod"/>
              <a:tabLst>
                <a:tab pos="351790" algn="l"/>
              </a:tabLst>
            </a:pPr>
            <a:r>
              <a:rPr lang="en-IN" spc="-5" dirty="0">
                <a:latin typeface="Archivo"/>
                <a:cs typeface="Arial MT"/>
              </a:rPr>
              <a:t>Deployment</a:t>
            </a:r>
            <a:endParaRPr dirty="0">
              <a:latin typeface="Archivo"/>
              <a:cs typeface="Arial MT"/>
            </a:endParaRPr>
          </a:p>
          <a:p>
            <a:pPr marL="335915" indent="-323850">
              <a:lnSpc>
                <a:spcPct val="100000"/>
              </a:lnSpc>
              <a:buAutoNum type="arabicPeriod"/>
              <a:tabLst>
                <a:tab pos="336550" algn="l"/>
              </a:tabLst>
            </a:pPr>
            <a:r>
              <a:rPr lang="en-IN" spc="-5" dirty="0">
                <a:latin typeface="Archivo"/>
                <a:cs typeface="Arial MT"/>
              </a:rPr>
              <a:t>Conclusion</a:t>
            </a:r>
            <a:endParaRPr dirty="0">
              <a:latin typeface="Archivo"/>
              <a:cs typeface="Arial MT"/>
            </a:endParaRPr>
          </a:p>
          <a:p>
            <a:pPr marL="351155" indent="-339090">
              <a:lnSpc>
                <a:spcPct val="100000"/>
              </a:lnSpc>
              <a:buAutoNum type="arabicPeriod"/>
              <a:tabLst>
                <a:tab pos="351790" algn="l"/>
              </a:tabLst>
            </a:pPr>
            <a:r>
              <a:rPr lang="en-IN" spc="-5" dirty="0">
                <a:latin typeface="Archivo"/>
                <a:cs typeface="Arial MT"/>
              </a:rPr>
              <a:t>Final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0AA21-58BD-FC3A-BD5A-E59EA2B54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35298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Archivo"/>
                <a:cs typeface="Arial"/>
              </a:rPr>
              <a:t>Introduction:</a:t>
            </a:r>
            <a:endParaRPr sz="2800" b="1" dirty="0">
              <a:latin typeface="Archivo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291" y="955945"/>
            <a:ext cx="8223250" cy="10694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50"/>
              </a:spcBef>
            </a:pPr>
            <a:r>
              <a:rPr lang="en-IN" sz="2000" dirty="0">
                <a:latin typeface="Archivo"/>
              </a:rPr>
              <a:t>This project focuses on predicting daily sales for Rossmann retail stores using machine learning techniques. Accurate sales forecasting helps businesses in inventory management, staff allocation, and strategic decision-making.</a:t>
            </a:r>
            <a:endParaRPr sz="2000" dirty="0">
              <a:latin typeface="Archivo"/>
              <a:cs typeface="Arial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63C986-F5EE-7235-132F-33E71AC2A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D5A866-5D2D-25C3-58FC-C64F48CFC23D}"/>
              </a:ext>
            </a:extLst>
          </p:cNvPr>
          <p:cNvSpPr txBox="1"/>
          <p:nvPr/>
        </p:nvSpPr>
        <p:spPr>
          <a:xfrm>
            <a:off x="382643" y="2331351"/>
            <a:ext cx="82232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Sales forecasting is an essential task in retail business operations.</a:t>
            </a:r>
            <a:br>
              <a:rPr lang="en-IN" dirty="0">
                <a:latin typeface="Archivo"/>
              </a:rPr>
            </a:br>
            <a:br>
              <a:rPr lang="en-IN" dirty="0">
                <a:latin typeface="Archivo"/>
              </a:rPr>
            </a:br>
            <a:r>
              <a:rPr lang="en-IN" dirty="0">
                <a:latin typeface="Archivo"/>
              </a:rPr>
              <a:t>It helps in:</a:t>
            </a:r>
            <a:br>
              <a:rPr lang="en-IN" dirty="0">
                <a:latin typeface="Archivo"/>
              </a:rPr>
            </a:br>
            <a:r>
              <a:rPr lang="en-IN" dirty="0">
                <a:latin typeface="Archivo"/>
              </a:rPr>
              <a:t>- Inventory management</a:t>
            </a:r>
            <a:br>
              <a:rPr lang="en-IN" dirty="0">
                <a:latin typeface="Archivo"/>
              </a:rPr>
            </a:br>
            <a:r>
              <a:rPr lang="en-IN" dirty="0">
                <a:latin typeface="Archivo"/>
              </a:rPr>
              <a:t>- Staff planning</a:t>
            </a:r>
            <a:br>
              <a:rPr lang="en-IN" dirty="0">
                <a:latin typeface="Archivo"/>
              </a:rPr>
            </a:br>
            <a:r>
              <a:rPr lang="en-IN" dirty="0">
                <a:latin typeface="Archivo"/>
              </a:rPr>
              <a:t>- Financial decision making</a:t>
            </a:r>
            <a:br>
              <a:rPr lang="en-IN" dirty="0">
                <a:latin typeface="Archivo"/>
              </a:rPr>
            </a:br>
            <a:br>
              <a:rPr lang="en-IN" dirty="0">
                <a:latin typeface="Archivo"/>
              </a:rPr>
            </a:br>
            <a:r>
              <a:rPr lang="en-IN" dirty="0">
                <a:latin typeface="Archivo"/>
              </a:rPr>
              <a:t>Machine learning enables accurate prediction based on historical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026" y="498362"/>
            <a:ext cx="8248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Syncopate"/>
                <a:cs typeface="Arial"/>
              </a:rPr>
              <a:t>Problem</a:t>
            </a:r>
            <a:r>
              <a:rPr sz="2400" b="1" spc="-95" dirty="0">
                <a:latin typeface="Syncopate"/>
                <a:cs typeface="Arial"/>
              </a:rPr>
              <a:t> </a:t>
            </a:r>
            <a:r>
              <a:rPr sz="2400" b="1" spc="-5" dirty="0">
                <a:latin typeface="Syncopate"/>
                <a:cs typeface="Arial"/>
              </a:rPr>
              <a:t>Statement</a:t>
            </a:r>
            <a:endParaRPr sz="2400" b="1" dirty="0">
              <a:latin typeface="Syncopate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9025" y="1173811"/>
            <a:ext cx="8248650" cy="105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370">
              <a:lnSpc>
                <a:spcPct val="114999"/>
              </a:lnSpc>
              <a:spcBef>
                <a:spcPts val="100"/>
              </a:spcBef>
            </a:pPr>
            <a:r>
              <a:rPr lang="en-IN" sz="2000" dirty="0">
                <a:latin typeface="Archivo"/>
              </a:rPr>
              <a:t>The objective of this project is to build a predictive model that estimates daily sales based on historical data such as promotions, holidays, and store-related features.</a:t>
            </a:r>
            <a:endParaRPr sz="1850" dirty="0">
              <a:latin typeface="Archivo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3475A8-9BF8-15D7-DD13-671EF6006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01C05B-FECE-964E-7883-FEF5D57606E6}"/>
              </a:ext>
            </a:extLst>
          </p:cNvPr>
          <p:cNvSpPr txBox="1"/>
          <p:nvPr/>
        </p:nvSpPr>
        <p:spPr>
          <a:xfrm>
            <a:off x="499025" y="2474776"/>
            <a:ext cx="824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“The goal is to estimate future sales using past data patterns.”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Syncopate"/>
                <a:cs typeface="Arial"/>
              </a:rPr>
              <a:t>Data</a:t>
            </a:r>
            <a:r>
              <a:rPr sz="2800" b="1" spc="-90" dirty="0">
                <a:latin typeface="Syncopate"/>
                <a:cs typeface="Arial"/>
              </a:rPr>
              <a:t> </a:t>
            </a:r>
            <a:r>
              <a:rPr sz="2800" b="1" spc="-5" dirty="0">
                <a:latin typeface="Syncopate"/>
                <a:cs typeface="Arial"/>
              </a:rPr>
              <a:t>Summary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6723" y="1099514"/>
            <a:ext cx="8351520" cy="317907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r>
              <a:rPr lang="en-IN" dirty="0">
                <a:latin typeface="Archivo"/>
              </a:rPr>
              <a:t>The dataset consists of two main files: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chivo"/>
              </a:rPr>
              <a:t>train.csv</a:t>
            </a:r>
            <a:r>
              <a:rPr lang="en-IN" dirty="0">
                <a:latin typeface="Archivo"/>
              </a:rPr>
              <a:t>: Contains historical sales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chivo"/>
              </a:rPr>
              <a:t>store.csv</a:t>
            </a:r>
            <a:r>
              <a:rPr lang="en-IN" dirty="0">
                <a:latin typeface="Archivo"/>
              </a:rPr>
              <a:t>: Contains store-related information</a:t>
            </a:r>
          </a:p>
          <a:p>
            <a:endParaRPr lang="en-IN" dirty="0">
              <a:latin typeface="Archivo"/>
            </a:endParaRPr>
          </a:p>
          <a:p>
            <a:r>
              <a:rPr lang="en-IN" dirty="0">
                <a:latin typeface="Archivo"/>
              </a:rPr>
              <a:t>Key features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Store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Sales (Target Variable)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Promo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chivo"/>
              </a:rPr>
              <a:t>StateHoliday</a:t>
            </a:r>
            <a:endParaRPr lang="en-IN" dirty="0">
              <a:latin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Archivo"/>
              </a:rPr>
              <a:t>SchoolHoliday</a:t>
            </a:r>
            <a:endParaRPr lang="en-IN" dirty="0">
              <a:latin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C5A38-198E-A75F-293B-E6F57A60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37D25E-0353-ECE8-B952-B58747F880EE}"/>
              </a:ext>
            </a:extLst>
          </p:cNvPr>
          <p:cNvSpPr txBox="1"/>
          <p:nvPr/>
        </p:nvSpPr>
        <p:spPr>
          <a:xfrm>
            <a:off x="384725" y="4455009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“We combined store information with sales data for better prediction.”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5B11B-2B13-9365-44B3-7E960A705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740D66-2FEC-F371-41CF-52FE443403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Syncopate"/>
                <a:cs typeface="Arial"/>
              </a:rPr>
              <a:t>Data</a:t>
            </a:r>
            <a:r>
              <a:rPr sz="2800" b="1" spc="-90" dirty="0">
                <a:latin typeface="Syncopate"/>
                <a:cs typeface="Arial"/>
              </a:rPr>
              <a:t> </a:t>
            </a:r>
            <a:r>
              <a:rPr lang="en-IN" sz="2800" b="1" spc="-5" dirty="0">
                <a:latin typeface="Syncopate"/>
                <a:cs typeface="Arial"/>
              </a:rPr>
              <a:t>PREPROCESSING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56D0F04-9031-A88F-7A3B-BD7C910902FD}"/>
              </a:ext>
            </a:extLst>
          </p:cNvPr>
          <p:cNvSpPr txBox="1"/>
          <p:nvPr/>
        </p:nvSpPr>
        <p:spPr>
          <a:xfrm>
            <a:off x="326723" y="1099514"/>
            <a:ext cx="8351520" cy="207108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r>
              <a:rPr lang="en-IN" dirty="0">
                <a:latin typeface="Archivo"/>
              </a:rPr>
              <a:t>The following preprocessing steps were performed:</a:t>
            </a:r>
          </a:p>
          <a:p>
            <a:endParaRPr lang="en-IN" dirty="0">
              <a:latin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Merged train and store datasets using Store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Converted Date column into datetime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Extracted Day, Month, and Year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Handled missing values using appropriate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Removed closed store records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76926-5B14-66D4-3A2B-9E7C7FCAD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7DF96-6B53-FC53-7914-944414A27504}"/>
              </a:ext>
            </a:extLst>
          </p:cNvPr>
          <p:cNvSpPr txBox="1"/>
          <p:nvPr/>
        </p:nvSpPr>
        <p:spPr>
          <a:xfrm>
            <a:off x="326723" y="3346782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“Data preprocessing ensures data is clean and suitable for model training.”</a:t>
            </a:r>
          </a:p>
        </p:txBody>
      </p:sp>
    </p:spTree>
    <p:extLst>
      <p:ext uri="{BB962C8B-B14F-4D97-AF65-F5344CB8AC3E}">
        <p14:creationId xmlns:p14="http://schemas.microsoft.com/office/powerpoint/2010/main" val="37358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3E35-EE2A-D7AC-55C5-7E056FFD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CDE724-9CB2-3FA3-0D03-ADAD379AD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755" y="927088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5" dirty="0">
                <a:latin typeface="Syncopate"/>
                <a:cs typeface="Arial"/>
              </a:rPr>
              <a:t>EXPLORATORY DATA ANALYSIS (EDA)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29BB47-5707-39D4-58EF-ECFEE4056A37}"/>
              </a:ext>
            </a:extLst>
          </p:cNvPr>
          <p:cNvSpPr txBox="1"/>
          <p:nvPr/>
        </p:nvSpPr>
        <p:spPr>
          <a:xfrm>
            <a:off x="384725" y="1379208"/>
            <a:ext cx="8351520" cy="2348079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r>
              <a:rPr lang="en-IN" dirty="0">
                <a:latin typeface="Archivo"/>
              </a:rPr>
              <a:t>EDA was conducted to understand patterns and relationships in the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Sales distribution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Impact of promotions on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Monthly sales trends</a:t>
            </a:r>
          </a:p>
          <a:p>
            <a:endParaRPr lang="en-IN" dirty="0">
              <a:latin typeface="Archivo"/>
            </a:endParaRPr>
          </a:p>
          <a:p>
            <a:r>
              <a:rPr lang="en-IN" b="1" dirty="0">
                <a:latin typeface="Archivo"/>
              </a:rPr>
              <a:t>Key Insight:</a:t>
            </a:r>
            <a:br>
              <a:rPr lang="en-IN" dirty="0">
                <a:latin typeface="Archivo"/>
              </a:rPr>
            </a:br>
            <a:r>
              <a:rPr lang="en-IN" dirty="0">
                <a:latin typeface="Archivo"/>
              </a:rPr>
              <a:t>Sales increase significantly during promotional periods, highlighting the importance of marketing strategies.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B5CEA-2CDD-11AC-8C2F-8D0EFA92F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539749-88D5-3B58-B579-8F43EA56C774}"/>
              </a:ext>
            </a:extLst>
          </p:cNvPr>
          <p:cNvSpPr txBox="1"/>
          <p:nvPr/>
        </p:nvSpPr>
        <p:spPr>
          <a:xfrm>
            <a:off x="326724" y="4043986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“EDA helps identify relationships between variables and sales.”</a:t>
            </a:r>
          </a:p>
        </p:txBody>
      </p:sp>
    </p:spTree>
    <p:extLst>
      <p:ext uri="{BB962C8B-B14F-4D97-AF65-F5344CB8AC3E}">
        <p14:creationId xmlns:p14="http://schemas.microsoft.com/office/powerpoint/2010/main" val="287385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1763-7B56-1AAE-BB8C-D353F4D1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E5ED75-F8FB-533F-08EC-68F62DF486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007" y="976052"/>
            <a:ext cx="87959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400" b="1" spc="-5" dirty="0">
                <a:latin typeface="Syncopate"/>
                <a:cs typeface="Arial"/>
              </a:rPr>
              <a:t>Sales distribution</a:t>
            </a:r>
            <a:endParaRPr sz="2400" dirty="0">
              <a:latin typeface="Roboto"/>
              <a:cs typeface="Roboto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120C414-2D3D-6FFB-DC5E-F5440CD96288}"/>
              </a:ext>
            </a:extLst>
          </p:cNvPr>
          <p:cNvSpPr txBox="1"/>
          <p:nvPr/>
        </p:nvSpPr>
        <p:spPr>
          <a:xfrm>
            <a:off x="118098" y="1476526"/>
            <a:ext cx="4072901" cy="1107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lang="en-IN" sz="1850" b="1" spc="-5" dirty="0">
                <a:latin typeface="Archivo"/>
                <a:cs typeface="Arial"/>
              </a:rPr>
              <a:t>A. Observation:</a:t>
            </a:r>
            <a:endParaRPr lang="en-IN" sz="1850" dirty="0">
              <a:latin typeface="Archivo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lang="en-IN" sz="1700" b="1" spc="-30" dirty="0">
                <a:latin typeface="Archivo"/>
                <a:cs typeface="Roboto"/>
              </a:rPr>
              <a:t>Sales show wide variation across stores.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lang="en-IN" sz="1700" b="1" spc="-30" dirty="0">
                <a:latin typeface="Archivo"/>
                <a:cs typeface="Roboto"/>
              </a:rPr>
              <a:t>Most values are concentrated in a specific range.</a:t>
            </a:r>
            <a:endParaRPr sz="1700" dirty="0">
              <a:latin typeface="Archivo"/>
              <a:cs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9EE9FC-5AEB-10C0-D9D2-1EFD00361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01307D-04DC-4978-3C08-673323F84447}"/>
              </a:ext>
            </a:extLst>
          </p:cNvPr>
          <p:cNvSpPr txBox="1"/>
          <p:nvPr/>
        </p:nvSpPr>
        <p:spPr>
          <a:xfrm>
            <a:off x="118098" y="3143560"/>
            <a:ext cx="4072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“This </a:t>
            </a:r>
            <a:r>
              <a:rPr lang="en-IN" dirty="0">
                <a:latin typeface="Archivo"/>
              </a:rPr>
              <a:t>shows</a:t>
            </a:r>
            <a:r>
              <a:rPr lang="en-IN" dirty="0"/>
              <a:t> that sales are not uniform and vary significantly.”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916842-4F9F-4349-D177-3D5B65C05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1476526"/>
            <a:ext cx="4778993" cy="345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6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07" y="976052"/>
            <a:ext cx="87959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400" b="1" spc="-5" dirty="0">
                <a:latin typeface="Syncopate"/>
                <a:cs typeface="Arial"/>
              </a:rPr>
              <a:t>customer vs sale</a:t>
            </a:r>
            <a:endParaRPr sz="240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098" y="1476526"/>
            <a:ext cx="4072901" cy="22801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lang="en-IN" sz="1850" b="1" spc="-5" dirty="0">
                <a:latin typeface="Archivo"/>
                <a:cs typeface="Arial"/>
              </a:rPr>
              <a:t>B. Observation:</a:t>
            </a:r>
            <a:endParaRPr lang="en-IN" sz="1850" dirty="0">
              <a:latin typeface="Archivo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lang="en-IN" sz="1600" dirty="0">
                <a:latin typeface="Archivo"/>
              </a:rPr>
              <a:t>There is a strong positive relationship between customers and sales.</a:t>
            </a:r>
            <a:br>
              <a:rPr lang="en-IN" sz="1600" dirty="0">
                <a:latin typeface="Archivo"/>
              </a:rPr>
            </a:br>
            <a:br>
              <a:rPr lang="en-IN" sz="1600" dirty="0">
                <a:latin typeface="Archivo"/>
              </a:rPr>
            </a:br>
            <a:r>
              <a:rPr lang="en-IN" sz="1600" dirty="0">
                <a:latin typeface="Archivo"/>
              </a:rPr>
              <a:t>As the number of customers increases, the sales value also increases significantly.</a:t>
            </a:r>
            <a:br>
              <a:rPr lang="en-IN" sz="1600" dirty="0">
                <a:latin typeface="Archivo"/>
              </a:rPr>
            </a:br>
            <a:br>
              <a:rPr lang="en-IN" sz="1600" dirty="0">
                <a:latin typeface="Archivo"/>
              </a:rPr>
            </a:br>
            <a:r>
              <a:rPr lang="en-IN" sz="1600" dirty="0">
                <a:latin typeface="Archivo"/>
              </a:rPr>
              <a:t>This indicates that customer count is a key driver of sales.</a:t>
            </a:r>
            <a:endParaRPr sz="1700" dirty="0">
              <a:latin typeface="Archivo"/>
              <a:cs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15BE6-026B-5C48-B238-28F55068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C5DE40-9D95-F054-EE67-DFC0F401C3C0}"/>
              </a:ext>
            </a:extLst>
          </p:cNvPr>
          <p:cNvSpPr txBox="1"/>
          <p:nvPr/>
        </p:nvSpPr>
        <p:spPr>
          <a:xfrm>
            <a:off x="118096" y="4167448"/>
            <a:ext cx="4072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chivo"/>
              </a:rPr>
              <a:t>“More customers means more purchases, which directly increases total sales.”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5F467C-95C1-CF91-FD85-489740690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7" y="1476526"/>
            <a:ext cx="4778995" cy="3457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0EFDD-A8C9-BF8B-0A8D-7803E1D9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463A18-864E-C385-9380-D7B4124E2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007" y="976052"/>
            <a:ext cx="87959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400" b="1" spc="-5" dirty="0">
                <a:latin typeface="Syncopate"/>
                <a:cs typeface="Arial"/>
              </a:rPr>
              <a:t>Monthly sales trend</a:t>
            </a:r>
            <a:endParaRPr sz="2400" dirty="0">
              <a:latin typeface="Roboto"/>
              <a:cs typeface="Roboto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CC24751-B60A-6C1F-B0A1-8A2F6A739B4F}"/>
              </a:ext>
            </a:extLst>
          </p:cNvPr>
          <p:cNvSpPr txBox="1"/>
          <p:nvPr/>
        </p:nvSpPr>
        <p:spPr>
          <a:xfrm>
            <a:off x="118098" y="1476526"/>
            <a:ext cx="4072901" cy="2305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lang="en-IN" sz="1850" b="1" spc="-5" dirty="0">
                <a:latin typeface="Archivo"/>
                <a:cs typeface="Arial"/>
              </a:rPr>
              <a:t>C. Observation:</a:t>
            </a:r>
            <a:endParaRPr lang="en-IN" sz="1850" dirty="0">
              <a:latin typeface="Archivo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r>
              <a:rPr lang="en-IN" sz="1600" dirty="0">
                <a:latin typeface="Archivo"/>
              </a:rPr>
              <a:t>The trend shows a strong positive relationship between customers and sales.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br>
              <a:rPr lang="en-IN" sz="1600" dirty="0">
                <a:latin typeface="Archivo"/>
              </a:rPr>
            </a:br>
            <a:r>
              <a:rPr lang="en-IN" sz="1600" dirty="0">
                <a:latin typeface="Archivo"/>
              </a:rPr>
              <a:t>As the number of customers increases, sales also increase steadily.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5615" algn="l"/>
              </a:tabLst>
            </a:pPr>
            <a:br>
              <a:rPr lang="en-IN" sz="1600" dirty="0">
                <a:latin typeface="Archivo"/>
              </a:rPr>
            </a:br>
            <a:r>
              <a:rPr lang="en-IN" sz="1600" dirty="0">
                <a:latin typeface="Archivo"/>
              </a:rPr>
              <a:t>This indicates a direct and consistent upward trend.</a:t>
            </a:r>
            <a:endParaRPr sz="1700" dirty="0">
              <a:latin typeface="Archivo"/>
              <a:cs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D3D35D-37BD-74B6-0CD0-E6A3B4163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D95615-1C1C-EF45-703A-2C956275BFF2}"/>
              </a:ext>
            </a:extLst>
          </p:cNvPr>
          <p:cNvSpPr txBox="1"/>
          <p:nvPr/>
        </p:nvSpPr>
        <p:spPr>
          <a:xfrm>
            <a:off x="174007" y="3733621"/>
            <a:ext cx="40729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chivo"/>
              </a:rPr>
              <a:t>“This graph shows that more customers lead to higher sales, which means customer count is a key factor in predicting sales.”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FA38D-9443-C43C-F0A1-199374E07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908" y="1476526"/>
            <a:ext cx="4723084" cy="345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2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4ED7-0E5A-AC95-B2DE-10350BB6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AC9983-1721-BE2F-38B5-ABC367ACAB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755" y="927088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5" dirty="0">
                <a:latin typeface="Syncopate"/>
                <a:cs typeface="Arial"/>
              </a:rPr>
              <a:t>Feature engineering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DF1C62C-7724-7269-A559-1AA163934EE3}"/>
              </a:ext>
            </a:extLst>
          </p:cNvPr>
          <p:cNvSpPr txBox="1"/>
          <p:nvPr/>
        </p:nvSpPr>
        <p:spPr>
          <a:xfrm>
            <a:off x="384725" y="1379208"/>
            <a:ext cx="8351520" cy="963084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Extracted Day, Month, Year from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Converted categorical features into numeric using 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Prepared dataset for machine learning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4F981-CBE9-A5E0-FDB3-17D7DE025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31E772-0373-A5CA-19AE-86F54DCF934A}"/>
              </a:ext>
            </a:extLst>
          </p:cNvPr>
          <p:cNvSpPr txBox="1"/>
          <p:nvPr/>
        </p:nvSpPr>
        <p:spPr>
          <a:xfrm>
            <a:off x="384725" y="2801209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“Feature engineering improves model understanding and accuracy.”</a:t>
            </a:r>
          </a:p>
        </p:txBody>
      </p:sp>
    </p:spTree>
    <p:extLst>
      <p:ext uri="{BB962C8B-B14F-4D97-AF65-F5344CB8AC3E}">
        <p14:creationId xmlns:p14="http://schemas.microsoft.com/office/powerpoint/2010/main" val="3451452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5261B-8B9B-10DC-8BA3-608657E1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C9B303-3E64-A72B-8642-668EC037A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755" y="927088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5" dirty="0">
                <a:latin typeface="Syncopate"/>
                <a:cs typeface="Arial"/>
              </a:rPr>
              <a:t>Model building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09C330-D4FA-D7DE-00DB-C85B799BA29A}"/>
              </a:ext>
            </a:extLst>
          </p:cNvPr>
          <p:cNvSpPr txBox="1"/>
          <p:nvPr/>
        </p:nvSpPr>
        <p:spPr>
          <a:xfrm>
            <a:off x="384725" y="1379208"/>
            <a:ext cx="8351520" cy="1794081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r>
              <a:rPr lang="en-IN" dirty="0">
                <a:latin typeface="Archivo"/>
              </a:rPr>
              <a:t>A </a:t>
            </a:r>
            <a:r>
              <a:rPr lang="en-IN" b="1" dirty="0">
                <a:latin typeface="Archivo"/>
              </a:rPr>
              <a:t>Random Forest Regressor</a:t>
            </a:r>
            <a:r>
              <a:rPr lang="en-IN" dirty="0">
                <a:latin typeface="Archivo"/>
              </a:rPr>
              <a:t> was used for prediction due to:</a:t>
            </a:r>
          </a:p>
          <a:p>
            <a:endParaRPr lang="en-IN" dirty="0">
              <a:latin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Ability to handle non-linear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Robust performance on large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Reduced risk of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Provides high 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0CC47-37AD-80F7-96FA-5B3F23F8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B3565B-3F46-275E-845E-C471239C77B7}"/>
              </a:ext>
            </a:extLst>
          </p:cNvPr>
          <p:cNvSpPr txBox="1"/>
          <p:nvPr/>
        </p:nvSpPr>
        <p:spPr>
          <a:xfrm>
            <a:off x="384725" y="3348410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“Random Forest is suitable for regression problems with complex patterns.”</a:t>
            </a:r>
          </a:p>
        </p:txBody>
      </p:sp>
    </p:spTree>
    <p:extLst>
      <p:ext uri="{BB962C8B-B14F-4D97-AF65-F5344CB8AC3E}">
        <p14:creationId xmlns:p14="http://schemas.microsoft.com/office/powerpoint/2010/main" val="1729886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0F14-EF39-EE30-D9B8-B5AEA782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A83BF9-6730-93C3-1CF0-42B28013F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755" y="927088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5" dirty="0">
                <a:latin typeface="Syncopate"/>
                <a:cs typeface="Arial"/>
              </a:rPr>
              <a:t>Model training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5BB214-80B8-5CE2-7B5B-198516A3F8A0}"/>
              </a:ext>
            </a:extLst>
          </p:cNvPr>
          <p:cNvSpPr txBox="1"/>
          <p:nvPr/>
        </p:nvSpPr>
        <p:spPr>
          <a:xfrm>
            <a:off x="384725" y="1379208"/>
            <a:ext cx="8351520" cy="963084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Split data into training and testing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Trained model using training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Tested on unseen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F055D-0B95-EA48-A473-75E0C3B26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36C8A1-C452-50C9-977B-5083691B8C90}"/>
              </a:ext>
            </a:extLst>
          </p:cNvPr>
          <p:cNvSpPr txBox="1"/>
          <p:nvPr/>
        </p:nvSpPr>
        <p:spPr>
          <a:xfrm>
            <a:off x="407756" y="2801209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“This ensures the model generalizes well to new data .”</a:t>
            </a:r>
          </a:p>
        </p:txBody>
      </p:sp>
    </p:spTree>
    <p:extLst>
      <p:ext uri="{BB962C8B-B14F-4D97-AF65-F5344CB8AC3E}">
        <p14:creationId xmlns:p14="http://schemas.microsoft.com/office/powerpoint/2010/main" val="1597045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FDE5-643C-44A9-6708-24B8F3FE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051870-952C-A50C-F984-7BEC21D1A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755" y="927088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5" dirty="0">
                <a:latin typeface="Syncopate"/>
                <a:cs typeface="Arial"/>
              </a:rPr>
              <a:t>Model evaluation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8245E67-B02A-F73E-4C31-38E906CEA660}"/>
              </a:ext>
            </a:extLst>
          </p:cNvPr>
          <p:cNvSpPr txBox="1"/>
          <p:nvPr/>
        </p:nvSpPr>
        <p:spPr>
          <a:xfrm>
            <a:off x="384725" y="1379208"/>
            <a:ext cx="8351520" cy="2348079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r>
              <a:rPr lang="en-IN" dirty="0">
                <a:latin typeface="Archivo"/>
              </a:rPr>
              <a:t>The model performance was evaluated using:</a:t>
            </a:r>
          </a:p>
          <a:p>
            <a:endParaRPr lang="en-IN" dirty="0">
              <a:latin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Mean Absolute Error (MAE): 273.91147225557677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Root Mean Squared Error (RMSE): 210136.37541130715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R² Score: 0.98578443171933</a:t>
            </a:r>
          </a:p>
          <a:p>
            <a:r>
              <a:rPr lang="en-IN" dirty="0">
                <a:latin typeface="Archivo"/>
              </a:rPr>
              <a:t>The model demonstrated good predictive capability with acceptable error rates.</a:t>
            </a:r>
          </a:p>
          <a:p>
            <a:br>
              <a:rPr lang="en-IN" dirty="0">
                <a:latin typeface="Archivo"/>
              </a:rPr>
            </a:br>
            <a:endParaRPr lang="en-IN" dirty="0">
              <a:latin typeface="Archiv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2AD67-7AF8-2B25-E019-05AF53933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39E2B7-4F71-FF6E-4D37-CB986A8A8416}"/>
              </a:ext>
            </a:extLst>
          </p:cNvPr>
          <p:cNvSpPr txBox="1"/>
          <p:nvPr/>
        </p:nvSpPr>
        <p:spPr>
          <a:xfrm>
            <a:off x="407756" y="3727287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“Model shows good predictive performance .”</a:t>
            </a:r>
          </a:p>
        </p:txBody>
      </p:sp>
    </p:spTree>
    <p:extLst>
      <p:ext uri="{BB962C8B-B14F-4D97-AF65-F5344CB8AC3E}">
        <p14:creationId xmlns:p14="http://schemas.microsoft.com/office/powerpoint/2010/main" val="2886843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B3D80-4DE2-1D1B-D287-8355CA8B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046F37-7DB3-0754-9B6E-BE134E37D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007" y="976052"/>
            <a:ext cx="87959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400" b="1" spc="-5" dirty="0">
                <a:latin typeface="Syncopate"/>
                <a:cs typeface="Arial"/>
              </a:rPr>
              <a:t>Feature importance</a:t>
            </a:r>
            <a:endParaRPr sz="2400" dirty="0">
              <a:latin typeface="Roboto"/>
              <a:cs typeface="Roboto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BA0F2D-6014-4B1C-B74B-C16476FC9C11}"/>
              </a:ext>
            </a:extLst>
          </p:cNvPr>
          <p:cNvSpPr txBox="1"/>
          <p:nvPr/>
        </p:nvSpPr>
        <p:spPr>
          <a:xfrm>
            <a:off x="118098" y="1476526"/>
            <a:ext cx="4072901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600" dirty="0">
                <a:latin typeface="Archivo"/>
              </a:rPr>
              <a:t>Feature importance analysis revealed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chivo"/>
              </a:rPr>
              <a:t>The graph shows the importance of different features affecting sales.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chivo"/>
              </a:rPr>
              <a:t>The 'Customers' feature has the highest importance, indicating it is the most influential factor in predicting sales.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chivo"/>
              </a:rPr>
              <a:t>Other features like Promo and Competition Distance have relatively lower impact.</a:t>
            </a:r>
            <a:br>
              <a:rPr lang="en-IN" sz="1600" dirty="0">
                <a:latin typeface="Archivo"/>
              </a:rPr>
            </a:br>
            <a:endParaRPr lang="en-IN" sz="1600" dirty="0">
              <a:latin typeface="Archiv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4C3B7-2A85-B1FD-06CB-CE5D16EC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F10529-12ED-48C4-0C81-37BBBCBCC59D}"/>
              </a:ext>
            </a:extLst>
          </p:cNvPr>
          <p:cNvSpPr txBox="1"/>
          <p:nvPr/>
        </p:nvSpPr>
        <p:spPr>
          <a:xfrm>
            <a:off x="174007" y="3823659"/>
            <a:ext cx="40729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Archivo"/>
              </a:rPr>
              <a:t>“It shows which features are most important for predicting sales, and customers is the most important one.”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8D83E6-F39F-5377-FA9A-F54B96FAB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908" y="1476526"/>
            <a:ext cx="4723084" cy="345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97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20968-6797-D452-6BA1-3ED083ECC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58C617-197D-98D5-39F5-BF0C4006E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755" y="927088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5" dirty="0">
                <a:latin typeface="Syncopate"/>
                <a:cs typeface="Arial"/>
              </a:rPr>
              <a:t>Model deployment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5958E2-845E-D79A-2A7C-5B304A420318}"/>
              </a:ext>
            </a:extLst>
          </p:cNvPr>
          <p:cNvSpPr txBox="1"/>
          <p:nvPr/>
        </p:nvSpPr>
        <p:spPr>
          <a:xfrm>
            <a:off x="384725" y="1379208"/>
            <a:ext cx="8351520" cy="1794081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r>
              <a:rPr lang="en-IN" dirty="0">
                <a:latin typeface="Archivo"/>
              </a:rPr>
              <a:t>The model was deployed using </a:t>
            </a:r>
            <a:r>
              <a:rPr lang="en-IN" dirty="0" err="1">
                <a:latin typeface="Archivo"/>
              </a:rPr>
              <a:t>Streamlit</a:t>
            </a:r>
            <a:r>
              <a:rPr lang="en-IN" dirty="0">
                <a:latin typeface="Archivo"/>
              </a:rPr>
              <a:t>, providing:</a:t>
            </a:r>
          </a:p>
          <a:p>
            <a:endParaRPr lang="en-IN" dirty="0">
              <a:latin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User-friendly interface created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Real-time sales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Interactive input options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chivo"/>
              </a:rPr>
              <a:t>Store, Promo, Holiday, and 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3FBAC-1408-1041-A848-9E1B00C38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C57A25-7E46-2671-D93C-BEDC1F7EB327}"/>
              </a:ext>
            </a:extLst>
          </p:cNvPr>
          <p:cNvSpPr txBox="1"/>
          <p:nvPr/>
        </p:nvSpPr>
        <p:spPr>
          <a:xfrm>
            <a:off x="407756" y="3727287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“This model is accessible through a web application .”</a:t>
            </a:r>
          </a:p>
        </p:txBody>
      </p:sp>
    </p:spTree>
    <p:extLst>
      <p:ext uri="{BB962C8B-B14F-4D97-AF65-F5344CB8AC3E}">
        <p14:creationId xmlns:p14="http://schemas.microsoft.com/office/powerpoint/2010/main" val="269418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D03D3-F07F-BC8E-58E9-A9EF8BD4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065585-1519-F2A7-CA7E-170869AB4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755" y="927088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5" dirty="0">
                <a:latin typeface="Syncopate"/>
                <a:cs typeface="Arial"/>
              </a:rPr>
              <a:t>Conclusion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4878D1E-1757-EF51-D25B-A1B58EF89368}"/>
              </a:ext>
            </a:extLst>
          </p:cNvPr>
          <p:cNvSpPr txBox="1"/>
          <p:nvPr/>
        </p:nvSpPr>
        <p:spPr>
          <a:xfrm>
            <a:off x="384725" y="1379208"/>
            <a:ext cx="8351520" cy="1794081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Successfully developed a machine learning model for sales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Identified key factors influencing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Demonstrated practical application through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Model helps in business decision-making</a:t>
            </a:r>
          </a:p>
          <a:p>
            <a:br>
              <a:rPr lang="en-IN" dirty="0">
                <a:latin typeface="Archivo"/>
              </a:rPr>
            </a:br>
            <a:endParaRPr lang="en-IN" dirty="0">
              <a:latin typeface="Archiv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F1734-E1B1-1114-514E-D840F220D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589009-A889-7691-0939-473E5113F8AB}"/>
              </a:ext>
            </a:extLst>
          </p:cNvPr>
          <p:cNvSpPr txBox="1"/>
          <p:nvPr/>
        </p:nvSpPr>
        <p:spPr>
          <a:xfrm>
            <a:off x="407756" y="3727287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“This model can be used for real-world retail analytics .”</a:t>
            </a:r>
          </a:p>
        </p:txBody>
      </p:sp>
    </p:spTree>
    <p:extLst>
      <p:ext uri="{BB962C8B-B14F-4D97-AF65-F5344CB8AC3E}">
        <p14:creationId xmlns:p14="http://schemas.microsoft.com/office/powerpoint/2010/main" val="367989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BE55F-033C-3420-FC40-F95DD6006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B62D37-C0A3-E7A7-A5C8-A98466033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755" y="927088"/>
            <a:ext cx="8351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5" dirty="0">
                <a:latin typeface="Syncopate"/>
                <a:cs typeface="Arial"/>
              </a:rPr>
              <a:t>Future scope</a:t>
            </a:r>
            <a:endParaRPr sz="2800" b="1" dirty="0">
              <a:latin typeface="Syncopate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71FBAF6-895A-A72A-B609-3EE1796F7042}"/>
              </a:ext>
            </a:extLst>
          </p:cNvPr>
          <p:cNvSpPr txBox="1"/>
          <p:nvPr/>
        </p:nvSpPr>
        <p:spPr>
          <a:xfrm>
            <a:off x="384725" y="1379208"/>
            <a:ext cx="8351520" cy="963084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Implement advanced models such as LSTM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Improve feature engineering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chivo"/>
              </a:rPr>
              <a:t>Deploy application on cloud platforms for wider accessibility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999F2-4453-C7C0-521B-CFB85B279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033F29-20DF-B9E8-A462-E65A1CBF00ED}"/>
              </a:ext>
            </a:extLst>
          </p:cNvPr>
          <p:cNvSpPr txBox="1"/>
          <p:nvPr/>
        </p:nvSpPr>
        <p:spPr>
          <a:xfrm>
            <a:off x="407756" y="3727287"/>
            <a:ext cx="8351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chivo"/>
              </a:rPr>
              <a:t>“Future improvements can enhance accuracy and scalability .”</a:t>
            </a:r>
          </a:p>
        </p:txBody>
      </p:sp>
    </p:spTree>
    <p:extLst>
      <p:ext uri="{BB962C8B-B14F-4D97-AF65-F5344CB8AC3E}">
        <p14:creationId xmlns:p14="http://schemas.microsoft.com/office/powerpoint/2010/main" val="392942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EF59-95DC-C3DC-4E75-7D542E0E7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DB900A-FAE7-BF15-FD81-D886416F8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9" name="PlaceHolder 1">
            <a:extLst>
              <a:ext uri="{FF2B5EF4-FFF2-40B4-BE49-F238E27FC236}">
                <a16:creationId xmlns:a16="http://schemas.microsoft.com/office/drawing/2014/main" id="{CE9234F7-9063-6686-EEF8-454886425E7D}"/>
              </a:ext>
            </a:extLst>
          </p:cNvPr>
          <p:cNvSpPr txBox="1">
            <a:spLocks/>
          </p:cNvSpPr>
          <p:nvPr/>
        </p:nvSpPr>
        <p:spPr>
          <a:xfrm>
            <a:off x="2704590" y="1648420"/>
            <a:ext cx="3734820" cy="92333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4800" b="1" u="sng" dirty="0">
                <a:latin typeface="Syncopate"/>
                <a:ea typeface="Syncopate"/>
              </a:rPr>
              <a:t>THANK YOU!</a:t>
            </a:r>
            <a:endParaRPr lang="fr-FR" sz="4800" b="1" u="sng" dirty="0">
              <a:latin typeface="Arial"/>
            </a:endParaRPr>
          </a:p>
        </p:txBody>
      </p:sp>
      <p:sp>
        <p:nvSpPr>
          <p:cNvPr id="11" name="PlaceHolder 2">
            <a:extLst>
              <a:ext uri="{FF2B5EF4-FFF2-40B4-BE49-F238E27FC236}">
                <a16:creationId xmlns:a16="http://schemas.microsoft.com/office/drawing/2014/main" id="{8D18F021-3DC3-8897-C8A3-534FA29AF8CC}"/>
              </a:ext>
            </a:extLst>
          </p:cNvPr>
          <p:cNvSpPr txBox="1">
            <a:spLocks/>
          </p:cNvSpPr>
          <p:nvPr/>
        </p:nvSpPr>
        <p:spPr>
          <a:xfrm>
            <a:off x="2348100" y="2721968"/>
            <a:ext cx="4447800" cy="76636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Grateful for your time and attention.</a:t>
            </a:r>
            <a:b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Your feedback and insights are deeply appreciated!</a:t>
            </a:r>
          </a:p>
          <a:p>
            <a:pPr algn="ctr"/>
            <a:endParaRPr lang="en-IN"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E4F6D15-99FF-8120-18B5-86820C32751B}"/>
              </a:ext>
            </a:extLst>
          </p:cNvPr>
          <p:cNvSpPr txBox="1">
            <a:spLocks/>
          </p:cNvSpPr>
          <p:nvPr/>
        </p:nvSpPr>
        <p:spPr>
          <a:xfrm>
            <a:off x="2704590" y="3638550"/>
            <a:ext cx="3670558" cy="7053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rgbClr val="FFFF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Mr. Ajay Kumar Sahu</a:t>
            </a:r>
          </a:p>
          <a:p>
            <a:pPr algn="ctr"/>
            <a:r>
              <a:rPr lang="en-US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ajaykumarsahu2017.1997@gmail.com </a:t>
            </a:r>
            <a:endParaRPr lang="en-US" sz="1400" dirty="0">
              <a:latin typeface="Segoe UI Light" panose="020B0502040204020203" pitchFamily="34" charset="0"/>
              <a:ea typeface="Calibri"/>
              <a:cs typeface="Segoe UI Light" panose="020B0502040204020203" pitchFamily="34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06882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173</TotalTime>
  <Words>852</Words>
  <Application>Microsoft Office PowerPoint</Application>
  <PresentationFormat>On-screen Show (16:9)</PresentationFormat>
  <Paragraphs>125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Archivo</vt:lpstr>
      <vt:lpstr>Arial</vt:lpstr>
      <vt:lpstr>Britannic Bold</vt:lpstr>
      <vt:lpstr>OpenSymbol</vt:lpstr>
      <vt:lpstr>Roboto</vt:lpstr>
      <vt:lpstr>Segoe UI Light</vt:lpstr>
      <vt:lpstr>Syncopate</vt:lpstr>
      <vt:lpstr>Tw Cen MT</vt:lpstr>
      <vt:lpstr>Wingdings</vt:lpstr>
      <vt:lpstr>Circuit</vt:lpstr>
      <vt:lpstr>PowerPoint Presentation</vt:lpstr>
      <vt:lpstr>     Points for Discussion</vt:lpstr>
      <vt:lpstr>Introduction:</vt:lpstr>
      <vt:lpstr>Problem Statement</vt:lpstr>
      <vt:lpstr>Data Summary</vt:lpstr>
      <vt:lpstr>Data PREPROCESSING</vt:lpstr>
      <vt:lpstr>EXPLORATORY DATA ANALYSIS (EDA)</vt:lpstr>
      <vt:lpstr>Sales distribution</vt:lpstr>
      <vt:lpstr>customer vs sale</vt:lpstr>
      <vt:lpstr>Monthly sales trend</vt:lpstr>
      <vt:lpstr>Feature engineering</vt:lpstr>
      <vt:lpstr>Model building</vt:lpstr>
      <vt:lpstr>Model training</vt:lpstr>
      <vt:lpstr>Model evaluation</vt:lpstr>
      <vt:lpstr>Feature importance</vt:lpstr>
      <vt:lpstr>Model deployment</vt:lpstr>
      <vt:lpstr>Conclusion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Rossmann Sales Prediction_PPT.pptx</dc:title>
  <dc:creator>Dell</dc:creator>
  <cp:lastModifiedBy>Ajay Kumar Sahu</cp:lastModifiedBy>
  <cp:revision>4</cp:revision>
  <dcterms:created xsi:type="dcterms:W3CDTF">2024-04-10T14:48:48Z</dcterms:created>
  <dcterms:modified xsi:type="dcterms:W3CDTF">2026-06-16T13:57:58Z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